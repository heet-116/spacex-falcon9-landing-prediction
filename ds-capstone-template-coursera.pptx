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82" r:id="rId4"/>
  </p:sldMasterIdLst>
  <p:notesMasterIdLst>
    <p:notesMasterId r:id="rId52"/>
  </p:notesMasterIdLst>
  <p:handoutMasterIdLst>
    <p:handoutMasterId r:id="rId53"/>
  </p:handoutMasterIdLst>
  <p:sldIdLst>
    <p:sldId id="327" r:id="rId5"/>
    <p:sldId id="330" r:id="rId6"/>
    <p:sldId id="331" r:id="rId7"/>
    <p:sldId id="332" r:id="rId8"/>
    <p:sldId id="298" r:id="rId9"/>
    <p:sldId id="262" r:id="rId10"/>
    <p:sldId id="263" r:id="rId11"/>
    <p:sldId id="299" r:id="rId12"/>
    <p:sldId id="302" r:id="rId13"/>
    <p:sldId id="264" r:id="rId14"/>
    <p:sldId id="266" r:id="rId15"/>
    <p:sldId id="265" r:id="rId16"/>
    <p:sldId id="276" r:id="rId17"/>
    <p:sldId id="303" r:id="rId18"/>
    <p:sldId id="293" r:id="rId19"/>
    <p:sldId id="277" r:id="rId20"/>
    <p:sldId id="284" r:id="rId21"/>
    <p:sldId id="269" r:id="rId22"/>
    <p:sldId id="304" r:id="rId23"/>
    <p:sldId id="305" r:id="rId24"/>
    <p:sldId id="307" r:id="rId25"/>
    <p:sldId id="306" r:id="rId26"/>
    <p:sldId id="308" r:id="rId27"/>
    <p:sldId id="270" r:id="rId28"/>
    <p:sldId id="309" r:id="rId29"/>
    <p:sldId id="310" r:id="rId30"/>
    <p:sldId id="311" r:id="rId31"/>
    <p:sldId id="312" r:id="rId32"/>
    <p:sldId id="314" r:id="rId33"/>
    <p:sldId id="313" r:id="rId34"/>
    <p:sldId id="315" r:id="rId35"/>
    <p:sldId id="316" r:id="rId36"/>
    <p:sldId id="317" r:id="rId37"/>
    <p:sldId id="294" r:id="rId38"/>
    <p:sldId id="296" r:id="rId39"/>
    <p:sldId id="318" r:id="rId40"/>
    <p:sldId id="319" r:id="rId41"/>
    <p:sldId id="321" r:id="rId42"/>
    <p:sldId id="322" r:id="rId43"/>
    <p:sldId id="323" r:id="rId44"/>
    <p:sldId id="324" r:id="rId45"/>
    <p:sldId id="288" r:id="rId46"/>
    <p:sldId id="289" r:id="rId47"/>
    <p:sldId id="320" r:id="rId48"/>
    <p:sldId id="274" r:id="rId49"/>
    <p:sldId id="275" r:id="rId50"/>
    <p:sldId id="329" r:id="rId51"/>
  </p:sldIdLst>
  <p:sldSz cx="12192000" cy="6858000"/>
  <p:notesSz cx="6858000" cy="18573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Leon Katsnelson" initials="LK" lastIdx="21" clrIdx="4">
    <p:extLst>
      <p:ext uri="{19B8F6BF-5375-455C-9EA6-DF929625EA0E}">
        <p15:presenceInfo xmlns:p15="http://schemas.microsoft.com/office/powerpoint/2012/main" userId="S::leon@ca.ibm.com::68697268-d1ba-4c91-8538-7f4d439d4f70" providerId="AD"/>
      </p:ext>
    </p:extLst>
  </p:cmAuthor>
  <p:cmAuthor id="6" name="YAN LUO" initials="YL" lastIdx="1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48CB"/>
    <a:srgbClr val="0B49CB"/>
    <a:srgbClr val="F2F4F8"/>
    <a:srgbClr val="1C7DDB"/>
    <a:srgbClr val="121619"/>
    <a:srgbClr val="F2F2F2"/>
    <a:srgbClr val="145579"/>
    <a:srgbClr val="3A6483"/>
    <a:srgbClr val="204E79"/>
    <a:srgbClr val="0054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8C9EB8-3540-3DFA-9212-535EE18E0E11}" v="77" dt="2021-07-12T20:33:42.116"/>
    <p1510:client id="{10340FDF-B15C-4CFF-B487-146F9B98A252}" v="28" dt="2021-08-10T21:47:37.589"/>
    <p1510:client id="{3BA0D230-C853-4667-83F9-D85E65BD4B24}" v="2" dt="2021-08-19T16:32:24.566"/>
    <p1510:client id="{5A0AAAB8-49A6-F942-A54D-C6F3E5FF3A63}" v="89" dt="2021-07-13T17:54:45.232"/>
    <p1510:client id="{76DF6DB8-F2E5-6C48-9ABE-786D868B0110}" v="955" dt="2021-07-13T17:56:41.616"/>
    <p1510:client id="{7FB42E05-DEC9-4126-B474-47B35F363E13}" v="30" dt="2021-07-12T20:25:12.855"/>
    <p1510:client id="{82D0390A-222A-332D-F9F9-70D15093EB60}" v="22" dt="2021-07-13T17:51:30.429"/>
    <p1510:client id="{86B35720-4193-446F-B2D5-9AD9984A55EF}" v="513" dt="2021-08-19T14:59:06.521"/>
    <p1510:client id="{998F4E3E-1A76-4A6B-98B6-08752F3768B3}" v="4" dt="2021-08-10T21:41:11.021"/>
    <p1510:client id="{9F30A1D2-6717-426C-A658-3A50309723ED}" v="4" dt="2021-08-10T21:42:35.526"/>
    <p1510:client id="{B63C8988-E1D3-4A52-8229-FA8C5EBD2ECD}" v="357" dt="2021-08-19T14:01:44.876"/>
    <p1510:client id="{C083896D-BE66-E85C-897C-A6AD0DF65F8C}" v="2226" dt="2021-07-13T17:34:38.142"/>
    <p1510:client id="{CC69BAD0-B878-4D5F-9EDC-F1CFB63E14B5}" v="190" dt="2021-08-18T18:06:57.811"/>
  </p1510:revLst>
</p1510:revInfo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501"/>
    <p:restoredTop sz="85174"/>
  </p:normalViewPr>
  <p:slideViewPr>
    <p:cSldViewPr snapToGrid="0" snapToObjects="1">
      <p:cViewPr varScale="1">
        <p:scale>
          <a:sx n="117" d="100"/>
          <a:sy n="117" d="100"/>
        </p:scale>
        <p:origin x="184" y="4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notesMaster" Target="notesMasters/notesMaster1.xml"/><Relationship Id="rId53" Type="http://schemas.openxmlformats.org/officeDocument/2006/relationships/handoutMaster" Target="handoutMasters/handoutMaster1.xml"/><Relationship Id="rId54" Type="http://schemas.openxmlformats.org/officeDocument/2006/relationships/commentAuthors" Target="commentAuthors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Relationship Id="rId59" Type="http://schemas.microsoft.com/office/2016/11/relationships/changesInfo" Target="changesInfos/changesInfo1.xml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naasgaraly@ibm.com" clId="Web-{CC69BAD0-B878-4D5F-9EDC-F1CFB63E14B5}"/>
    <pc:docChg chg="modSld">
      <pc:chgData name="annaasgaraly@ibm.com" userId="" providerId="" clId="Web-{CC69BAD0-B878-4D5F-9EDC-F1CFB63E14B5}" dt="2021-08-18T18:06:57.811" v="102"/>
      <pc:docMkLst>
        <pc:docMk/>
      </pc:docMkLst>
      <pc:sldChg chg="modSp mod setBg">
        <pc:chgData name="annaasgaraly@ibm.com" userId="" providerId="" clId="Web-{CC69BAD0-B878-4D5F-9EDC-F1CFB63E14B5}" dt="2021-08-18T18:06:06.057" v="76"/>
        <pc:sldMkLst>
          <pc:docMk/>
          <pc:sldMk cId="1553432724" sldId="262"/>
        </pc:sldMkLst>
        <pc:spChg chg="mod">
          <ac:chgData name="annaasgaraly@ibm.com" userId="" providerId="" clId="Web-{CC69BAD0-B878-4D5F-9EDC-F1CFB63E14B5}" dt="2021-08-18T18:01:46.694" v="21" actId="20577"/>
          <ac:spMkLst>
            <pc:docMk/>
            <pc:sldMk cId="1553432724" sldId="262"/>
            <ac:spMk id="7" creationId="{0BFEC426-B615-E549-83E5-140FD588BC64}"/>
          </ac:spMkLst>
        </pc:spChg>
        <pc:spChg chg="mod">
          <ac:chgData name="annaasgaraly@ibm.com" userId="" providerId="" clId="Web-{CC69BAD0-B878-4D5F-9EDC-F1CFB63E14B5}" dt="2021-08-18T18:01:43.726" v="19" actId="20577"/>
          <ac:spMkLst>
            <pc:docMk/>
            <pc:sldMk cId="1553432724" sldId="262"/>
            <ac:spMk id="13" creationId="{13C62649-0825-4926-8E2A-2EBCCFE00ECC}"/>
          </ac:spMkLst>
        </pc:spChg>
      </pc:sldChg>
      <pc:sldChg chg="modSp mod setBg">
        <pc:chgData name="annaasgaraly@ibm.com" userId="" providerId="" clId="Web-{CC69BAD0-B878-4D5F-9EDC-F1CFB63E14B5}" dt="2021-08-18T18:06:03.604" v="66"/>
        <pc:sldMkLst>
          <pc:docMk/>
          <pc:sldMk cId="3288665831" sldId="263"/>
        </pc:sldMkLst>
        <pc:spChg chg="mod">
          <ac:chgData name="annaasgaraly@ibm.com" userId="" providerId="" clId="Web-{CC69BAD0-B878-4D5F-9EDC-F1CFB63E14B5}" dt="2021-08-18T18:01:49.617" v="22" actId="20577"/>
          <ac:spMkLst>
            <pc:docMk/>
            <pc:sldMk cId="3288665831" sldId="263"/>
            <ac:spMk id="12" creationId="{D77AC1D2-8B41-4A7A-88CF-41E6B7D8C98D}"/>
          </ac:spMkLst>
        </pc:spChg>
      </pc:sldChg>
      <pc:sldChg chg="modSp mod setBg">
        <pc:chgData name="annaasgaraly@ibm.com" userId="" providerId="" clId="Web-{CC69BAD0-B878-4D5F-9EDC-F1CFB63E14B5}" dt="2021-08-18T18:06:04.338" v="69"/>
        <pc:sldMkLst>
          <pc:docMk/>
          <pc:sldMk cId="2987552906" sldId="264"/>
        </pc:sldMkLst>
        <pc:spChg chg="mod">
          <ac:chgData name="annaasgaraly@ibm.com" userId="" providerId="" clId="Web-{CC69BAD0-B878-4D5F-9EDC-F1CFB63E14B5}" dt="2021-08-18T18:02:01.914" v="25" actId="20577"/>
          <ac:spMkLst>
            <pc:docMk/>
            <pc:sldMk cId="2987552906" sldId="264"/>
            <ac:spMk id="8" creationId="{2A665A13-3129-46DF-B847-F273F3E96BE6}"/>
          </ac:spMkLst>
        </pc:spChg>
      </pc:sldChg>
      <pc:sldChg chg="modSp mod setBg">
        <pc:chgData name="annaasgaraly@ibm.com" userId="" providerId="" clId="Web-{CC69BAD0-B878-4D5F-9EDC-F1CFB63E14B5}" dt="2021-08-18T18:06:04.807" v="71"/>
        <pc:sldMkLst>
          <pc:docMk/>
          <pc:sldMk cId="1578726356" sldId="265"/>
        </pc:sldMkLst>
        <pc:spChg chg="mod">
          <ac:chgData name="annaasgaraly@ibm.com" userId="" providerId="" clId="Web-{CC69BAD0-B878-4D5F-9EDC-F1CFB63E14B5}" dt="2021-08-18T18:02:09.180" v="27" actId="20577"/>
          <ac:spMkLst>
            <pc:docMk/>
            <pc:sldMk cId="1578726356" sldId="265"/>
            <ac:spMk id="3" creationId="{32405FDA-CB27-4506-BA80-B7DD00CB25C5}"/>
          </ac:spMkLst>
        </pc:spChg>
      </pc:sldChg>
      <pc:sldChg chg="modSp mod setBg">
        <pc:chgData name="annaasgaraly@ibm.com" userId="" providerId="" clId="Web-{CC69BAD0-B878-4D5F-9EDC-F1CFB63E14B5}" dt="2021-08-18T18:06:04.573" v="70"/>
        <pc:sldMkLst>
          <pc:docMk/>
          <pc:sldMk cId="779971636" sldId="266"/>
        </pc:sldMkLst>
        <pc:spChg chg="mod">
          <ac:chgData name="annaasgaraly@ibm.com" userId="" providerId="" clId="Web-{CC69BAD0-B878-4D5F-9EDC-F1CFB63E14B5}" dt="2021-08-18T18:02:05.805" v="26" actId="20577"/>
          <ac:spMkLst>
            <pc:docMk/>
            <pc:sldMk cId="779971636" sldId="266"/>
            <ac:spMk id="3" creationId="{D9E97D81-A978-4758-8A93-47C19B104075}"/>
          </ac:spMkLst>
        </pc:spChg>
      </pc:sldChg>
      <pc:sldChg chg="modSp mod setBg">
        <pc:chgData name="annaasgaraly@ibm.com" userId="" providerId="" clId="Web-{CC69BAD0-B878-4D5F-9EDC-F1CFB63E14B5}" dt="2021-08-18T18:06:17.246" v="82"/>
        <pc:sldMkLst>
          <pc:docMk/>
          <pc:sldMk cId="3865605948" sldId="269"/>
        </pc:sldMkLst>
        <pc:spChg chg="mod">
          <ac:chgData name="annaasgaraly@ibm.com" userId="" providerId="" clId="Web-{CC69BAD0-B878-4D5F-9EDC-F1CFB63E14B5}" dt="2021-08-18T18:02:27.041" v="32" actId="20577"/>
          <ac:spMkLst>
            <pc:docMk/>
            <pc:sldMk cId="3865605948" sldId="269"/>
            <ac:spMk id="4" creationId="{54F4FCC5-6E7E-4FF0-BE45-680EEC392C9F}"/>
          </ac:spMkLst>
        </pc:spChg>
      </pc:sldChg>
      <pc:sldChg chg="modSp mod setBg">
        <pc:chgData name="annaasgaraly@ibm.com" userId="" providerId="" clId="Web-{CC69BAD0-B878-4D5F-9EDC-F1CFB63E14B5}" dt="2021-08-18T18:06:32.169" v="92"/>
        <pc:sldMkLst>
          <pc:docMk/>
          <pc:sldMk cId="2727850971" sldId="270"/>
        </pc:sldMkLst>
        <pc:spChg chg="mod">
          <ac:chgData name="annaasgaraly@ibm.com" userId="" providerId="" clId="Web-{CC69BAD0-B878-4D5F-9EDC-F1CFB63E14B5}" dt="2021-08-18T18:02:51.855" v="38" actId="20577"/>
          <ac:spMkLst>
            <pc:docMk/>
            <pc:sldMk cId="2727850971" sldId="270"/>
            <ac:spMk id="3" creationId="{86E60219-AE1B-47B6-9A1D-F2865D04BE52}"/>
          </ac:spMkLst>
        </pc:spChg>
      </pc:sldChg>
      <pc:sldChg chg="modSp mod setBg">
        <pc:chgData name="annaasgaraly@ibm.com" userId="" providerId="" clId="Web-{CC69BAD0-B878-4D5F-9EDC-F1CFB63E14B5}" dt="2021-08-18T18:06:57.358" v="100"/>
        <pc:sldMkLst>
          <pc:docMk/>
          <pc:sldMk cId="1630123617" sldId="274"/>
        </pc:sldMkLst>
        <pc:spChg chg="mod">
          <ac:chgData name="annaasgaraly@ibm.com" userId="" providerId="" clId="Web-{CC69BAD0-B878-4D5F-9EDC-F1CFB63E14B5}" dt="2021-08-18T18:04:11.221" v="58" actId="20577"/>
          <ac:spMkLst>
            <pc:docMk/>
            <pc:sldMk cId="1630123617" sldId="274"/>
            <ac:spMk id="9" creationId="{FB98079A-48C6-4E10-8AB1-B940BD1E42DF}"/>
          </ac:spMkLst>
        </pc:spChg>
      </pc:sldChg>
      <pc:sldChg chg="modSp mod setBg">
        <pc:chgData name="annaasgaraly@ibm.com" userId="" providerId="" clId="Web-{CC69BAD0-B878-4D5F-9EDC-F1CFB63E14B5}" dt="2021-08-18T18:06:57.592" v="101"/>
        <pc:sldMkLst>
          <pc:docMk/>
          <pc:sldMk cId="3410008520" sldId="275"/>
        </pc:sldMkLst>
        <pc:spChg chg="mod">
          <ac:chgData name="annaasgaraly@ibm.com" userId="" providerId="" clId="Web-{CC69BAD0-B878-4D5F-9EDC-F1CFB63E14B5}" dt="2021-08-18T18:04:14.549" v="59" actId="20577"/>
          <ac:spMkLst>
            <pc:docMk/>
            <pc:sldMk cId="3410008520" sldId="275"/>
            <ac:spMk id="11" creationId="{60F8A56C-5EE1-4DBF-842D-C2A130AA680E}"/>
          </ac:spMkLst>
        </pc:spChg>
      </pc:sldChg>
      <pc:sldChg chg="modSp mod setBg">
        <pc:chgData name="annaasgaraly@ibm.com" userId="" providerId="" clId="Web-{CC69BAD0-B878-4D5F-9EDC-F1CFB63E14B5}" dt="2021-08-18T18:06:05.057" v="72"/>
        <pc:sldMkLst>
          <pc:docMk/>
          <pc:sldMk cId="148114319" sldId="276"/>
        </pc:sldMkLst>
        <pc:spChg chg="mod">
          <ac:chgData name="annaasgaraly@ibm.com" userId="" providerId="" clId="Web-{CC69BAD0-B878-4D5F-9EDC-F1CFB63E14B5}" dt="2021-08-18T18:02:12.915" v="28" actId="20577"/>
          <ac:spMkLst>
            <pc:docMk/>
            <pc:sldMk cId="148114319" sldId="276"/>
            <ac:spMk id="3" creationId="{B28946E4-5BEF-46F0-A56A-E7E85ACA148F}"/>
          </ac:spMkLst>
        </pc:spChg>
      </pc:sldChg>
      <pc:sldChg chg="modSp mod setBg">
        <pc:chgData name="annaasgaraly@ibm.com" userId="" providerId="" clId="Web-{CC69BAD0-B878-4D5F-9EDC-F1CFB63E14B5}" dt="2021-08-18T18:06:05.792" v="75"/>
        <pc:sldMkLst>
          <pc:docMk/>
          <pc:sldMk cId="321008965" sldId="277"/>
        </pc:sldMkLst>
        <pc:spChg chg="mod">
          <ac:chgData name="annaasgaraly@ibm.com" userId="" providerId="" clId="Web-{CC69BAD0-B878-4D5F-9EDC-F1CFB63E14B5}" dt="2021-08-18T18:02:23.244" v="31" actId="20577"/>
          <ac:spMkLst>
            <pc:docMk/>
            <pc:sldMk cId="321008965" sldId="277"/>
            <ac:spMk id="7" creationId="{330F9542-6794-4F57-BB45-868D94AD06B0}"/>
          </ac:spMkLst>
        </pc:spChg>
      </pc:sldChg>
      <pc:sldChg chg="mod setBg">
        <pc:chgData name="annaasgaraly@ibm.com" userId="" providerId="" clId="Web-{CC69BAD0-B878-4D5F-9EDC-F1CFB63E14B5}" dt="2021-08-18T17:50:32.723" v="3"/>
        <pc:sldMkLst>
          <pc:docMk/>
          <pc:sldMk cId="3181088097" sldId="278"/>
        </pc:sldMkLst>
      </pc:sldChg>
      <pc:sldChg chg="mod setBg">
        <pc:chgData name="annaasgaraly@ibm.com" userId="" providerId="" clId="Web-{CC69BAD0-B878-4D5F-9EDC-F1CFB63E14B5}" dt="2021-08-18T17:50:22.097" v="2"/>
        <pc:sldMkLst>
          <pc:docMk/>
          <pc:sldMk cId="178270660" sldId="284"/>
        </pc:sldMkLst>
      </pc:sldChg>
      <pc:sldChg chg="mod setBg">
        <pc:chgData name="annaasgaraly@ibm.com" userId="" providerId="" clId="Web-{CC69BAD0-B878-4D5F-9EDC-F1CFB63E14B5}" dt="2021-08-18T17:51:05.491" v="6"/>
        <pc:sldMkLst>
          <pc:docMk/>
          <pc:sldMk cId="1290394134" sldId="288"/>
        </pc:sldMkLst>
      </pc:sldChg>
      <pc:sldChg chg="modSp mod setBg">
        <pc:chgData name="annaasgaraly@ibm.com" userId="" providerId="" clId="Web-{CC69BAD0-B878-4D5F-9EDC-F1CFB63E14B5}" dt="2021-08-18T18:06:57.811" v="102"/>
        <pc:sldMkLst>
          <pc:docMk/>
          <pc:sldMk cId="2459446073" sldId="289"/>
        </pc:sldMkLst>
        <pc:spChg chg="mod">
          <ac:chgData name="annaasgaraly@ibm.com" userId="" providerId="" clId="Web-{CC69BAD0-B878-4D5F-9EDC-F1CFB63E14B5}" dt="2021-08-18T18:04:04.486" v="56" actId="20577"/>
          <ac:spMkLst>
            <pc:docMk/>
            <pc:sldMk cId="2459446073" sldId="289"/>
            <ac:spMk id="9" creationId="{B68D8986-45AC-4FB5-96E8-C45F9603EB5E}"/>
          </ac:spMkLst>
        </pc:spChg>
      </pc:sldChg>
      <pc:sldChg chg="modSp mod setBg">
        <pc:chgData name="annaasgaraly@ibm.com" userId="" providerId="" clId="Web-{CC69BAD0-B878-4D5F-9EDC-F1CFB63E14B5}" dt="2021-08-18T18:06:05.542" v="74"/>
        <pc:sldMkLst>
          <pc:docMk/>
          <pc:sldMk cId="1813711241" sldId="293"/>
        </pc:sldMkLst>
        <pc:spChg chg="mod">
          <ac:chgData name="annaasgaraly@ibm.com" userId="" providerId="" clId="Web-{CC69BAD0-B878-4D5F-9EDC-F1CFB63E14B5}" dt="2021-08-18T18:02:20.025" v="30" actId="20577"/>
          <ac:spMkLst>
            <pc:docMk/>
            <pc:sldMk cId="1813711241" sldId="293"/>
            <ac:spMk id="3" creationId="{FC857EDD-A3A7-434D-B8D5-401E872498DA}"/>
          </ac:spMkLst>
        </pc:spChg>
      </pc:sldChg>
      <pc:sldChg chg="mod setBg">
        <pc:chgData name="annaasgaraly@ibm.com" userId="" providerId="" clId="Web-{CC69BAD0-B878-4D5F-9EDC-F1CFB63E14B5}" dt="2021-08-18T17:50:45.396" v="4"/>
        <pc:sldMkLst>
          <pc:docMk/>
          <pc:sldMk cId="1023352497" sldId="294"/>
        </pc:sldMkLst>
      </pc:sldChg>
      <pc:sldChg chg="modSp mod setBg">
        <pc:chgData name="annaasgaraly@ibm.com" userId="" providerId="" clId="Web-{CC69BAD0-B878-4D5F-9EDC-F1CFB63E14B5}" dt="2021-08-18T18:06:41.169" v="95"/>
        <pc:sldMkLst>
          <pc:docMk/>
          <pc:sldMk cId="981671777" sldId="296"/>
        </pc:sldMkLst>
        <pc:spChg chg="mod">
          <ac:chgData name="annaasgaraly@ibm.com" userId="" providerId="" clId="Web-{CC69BAD0-B878-4D5F-9EDC-F1CFB63E14B5}" dt="2021-08-18T18:03:39.203" v="50" actId="20577"/>
          <ac:spMkLst>
            <pc:docMk/>
            <pc:sldMk cId="981671777" sldId="296"/>
            <ac:spMk id="2" creationId="{54176327-8CC4-4356-8BBB-DC4965CE9857}"/>
          </ac:spMkLst>
        </pc:spChg>
      </pc:sldChg>
      <pc:sldChg chg="mod setBg">
        <pc:chgData name="annaasgaraly@ibm.com" userId="" providerId="" clId="Web-{CC69BAD0-B878-4D5F-9EDC-F1CFB63E14B5}" dt="2021-08-18T17:50:06.440" v="1"/>
        <pc:sldMkLst>
          <pc:docMk/>
          <pc:sldMk cId="3093198887" sldId="298"/>
        </pc:sldMkLst>
      </pc:sldChg>
      <pc:sldChg chg="modSp mod setBg">
        <pc:chgData name="annaasgaraly@ibm.com" userId="" providerId="" clId="Web-{CC69BAD0-B878-4D5F-9EDC-F1CFB63E14B5}" dt="2021-08-18T18:06:03.854" v="67"/>
        <pc:sldMkLst>
          <pc:docMk/>
          <pc:sldMk cId="280316088" sldId="299"/>
        </pc:sldMkLst>
        <pc:spChg chg="mod">
          <ac:chgData name="annaasgaraly@ibm.com" userId="" providerId="" clId="Web-{CC69BAD0-B878-4D5F-9EDC-F1CFB63E14B5}" dt="2021-08-18T18:01:53.336" v="23" actId="20577"/>
          <ac:spMkLst>
            <pc:docMk/>
            <pc:sldMk cId="280316088" sldId="299"/>
            <ac:spMk id="4" creationId="{5066AA34-20EE-4A59-B343-346A8DB5667C}"/>
          </ac:spMkLst>
        </pc:spChg>
      </pc:sldChg>
      <pc:sldChg chg="modSp mod setBg">
        <pc:chgData name="annaasgaraly@ibm.com" userId="" providerId="" clId="Web-{CC69BAD0-B878-4D5F-9EDC-F1CFB63E14B5}" dt="2021-08-18T18:06:04.104" v="68"/>
        <pc:sldMkLst>
          <pc:docMk/>
          <pc:sldMk cId="1385553969" sldId="302"/>
        </pc:sldMkLst>
        <pc:spChg chg="mod">
          <ac:chgData name="annaasgaraly@ibm.com" userId="" providerId="" clId="Web-{CC69BAD0-B878-4D5F-9EDC-F1CFB63E14B5}" dt="2021-08-18T18:01:58.227" v="24" actId="20577"/>
          <ac:spMkLst>
            <pc:docMk/>
            <pc:sldMk cId="1385553969" sldId="302"/>
            <ac:spMk id="11" creationId="{84F5ABFD-B4D4-43FF-959F-AFAF45B45269}"/>
          </ac:spMkLst>
        </pc:spChg>
      </pc:sldChg>
      <pc:sldChg chg="modSp mod setBg">
        <pc:chgData name="annaasgaraly@ibm.com" userId="" providerId="" clId="Web-{CC69BAD0-B878-4D5F-9EDC-F1CFB63E14B5}" dt="2021-08-18T18:06:05.307" v="73"/>
        <pc:sldMkLst>
          <pc:docMk/>
          <pc:sldMk cId="334532777" sldId="303"/>
        </pc:sldMkLst>
        <pc:spChg chg="mod">
          <ac:chgData name="annaasgaraly@ibm.com" userId="" providerId="" clId="Web-{CC69BAD0-B878-4D5F-9EDC-F1CFB63E14B5}" dt="2021-08-18T18:02:16.337" v="29" actId="20577"/>
          <ac:spMkLst>
            <pc:docMk/>
            <pc:sldMk cId="334532777" sldId="303"/>
            <ac:spMk id="3" creationId="{519FC08B-7D2E-43A5-A528-821DCDCCCC82}"/>
          </ac:spMkLst>
        </pc:spChg>
      </pc:sldChg>
      <pc:sldChg chg="modSp mod setBg">
        <pc:chgData name="annaasgaraly@ibm.com" userId="" providerId="" clId="Web-{CC69BAD0-B878-4D5F-9EDC-F1CFB63E14B5}" dt="2021-08-18T18:06:16.105" v="77"/>
        <pc:sldMkLst>
          <pc:docMk/>
          <pc:sldMk cId="3869789237" sldId="304"/>
        </pc:sldMkLst>
        <pc:spChg chg="mod">
          <ac:chgData name="annaasgaraly@ibm.com" userId="" providerId="" clId="Web-{CC69BAD0-B878-4D5F-9EDC-F1CFB63E14B5}" dt="2021-08-18T18:02:32.448" v="33" actId="20577"/>
          <ac:spMkLst>
            <pc:docMk/>
            <pc:sldMk cId="3869789237" sldId="304"/>
            <ac:spMk id="4" creationId="{B6CCD949-E788-4375-9B07-478FA5684BC1}"/>
          </ac:spMkLst>
        </pc:spChg>
      </pc:sldChg>
      <pc:sldChg chg="modSp mod setBg">
        <pc:chgData name="annaasgaraly@ibm.com" userId="" providerId="" clId="Web-{CC69BAD0-B878-4D5F-9EDC-F1CFB63E14B5}" dt="2021-08-18T18:06:16.339" v="78"/>
        <pc:sldMkLst>
          <pc:docMk/>
          <pc:sldMk cId="80090182" sldId="305"/>
        </pc:sldMkLst>
        <pc:spChg chg="mod">
          <ac:chgData name="annaasgaraly@ibm.com" userId="" providerId="" clId="Web-{CC69BAD0-B878-4D5F-9EDC-F1CFB63E14B5}" dt="2021-08-18T18:02:36.167" v="34" actId="20577"/>
          <ac:spMkLst>
            <pc:docMk/>
            <pc:sldMk cId="80090182" sldId="305"/>
            <ac:spMk id="4" creationId="{D4811A61-F7FB-4B19-9ED1-E0E2554A5BE8}"/>
          </ac:spMkLst>
        </pc:spChg>
      </pc:sldChg>
      <pc:sldChg chg="modSp mod setBg">
        <pc:chgData name="annaasgaraly@ibm.com" userId="" providerId="" clId="Web-{CC69BAD0-B878-4D5F-9EDC-F1CFB63E14B5}" dt="2021-08-18T18:06:16.792" v="80"/>
        <pc:sldMkLst>
          <pc:docMk/>
          <pc:sldMk cId="3145340593" sldId="306"/>
        </pc:sldMkLst>
        <pc:spChg chg="mod">
          <ac:chgData name="annaasgaraly@ibm.com" userId="" providerId="" clId="Web-{CC69BAD0-B878-4D5F-9EDC-F1CFB63E14B5}" dt="2021-08-18T18:02:44.230" v="36" actId="20577"/>
          <ac:spMkLst>
            <pc:docMk/>
            <pc:sldMk cId="3145340593" sldId="306"/>
            <ac:spMk id="4" creationId="{AFE7D9E4-306D-49E3-9AC4-15D566FC72AD}"/>
          </ac:spMkLst>
        </pc:spChg>
      </pc:sldChg>
      <pc:sldChg chg="modSp mod setBg">
        <pc:chgData name="annaasgaraly@ibm.com" userId="" providerId="" clId="Web-{CC69BAD0-B878-4D5F-9EDC-F1CFB63E14B5}" dt="2021-08-18T18:06:16.574" v="79"/>
        <pc:sldMkLst>
          <pc:docMk/>
          <pc:sldMk cId="1106727586" sldId="307"/>
        </pc:sldMkLst>
        <pc:spChg chg="mod">
          <ac:chgData name="annaasgaraly@ibm.com" userId="" providerId="" clId="Web-{CC69BAD0-B878-4D5F-9EDC-F1CFB63E14B5}" dt="2021-08-18T18:02:39.823" v="35" actId="20577"/>
          <ac:spMkLst>
            <pc:docMk/>
            <pc:sldMk cId="1106727586" sldId="307"/>
            <ac:spMk id="4" creationId="{021C109C-C017-4D19-928F-AED25AC30125}"/>
          </ac:spMkLst>
        </pc:spChg>
      </pc:sldChg>
      <pc:sldChg chg="modSp mod setBg">
        <pc:chgData name="annaasgaraly@ibm.com" userId="" providerId="" clId="Web-{CC69BAD0-B878-4D5F-9EDC-F1CFB63E14B5}" dt="2021-08-18T18:06:17.011" v="81"/>
        <pc:sldMkLst>
          <pc:docMk/>
          <pc:sldMk cId="706594483" sldId="308"/>
        </pc:sldMkLst>
        <pc:spChg chg="mod">
          <ac:chgData name="annaasgaraly@ibm.com" userId="" providerId="" clId="Web-{CC69BAD0-B878-4D5F-9EDC-F1CFB63E14B5}" dt="2021-08-18T18:02:47.433" v="37" actId="20577"/>
          <ac:spMkLst>
            <pc:docMk/>
            <pc:sldMk cId="706594483" sldId="308"/>
            <ac:spMk id="4" creationId="{6D35FD2D-1BD2-45D7-B015-1A96C241520B}"/>
          </ac:spMkLst>
        </pc:spChg>
      </pc:sldChg>
      <pc:sldChg chg="modSp mod setBg">
        <pc:chgData name="annaasgaraly@ibm.com" userId="" providerId="" clId="Web-{CC69BAD0-B878-4D5F-9EDC-F1CFB63E14B5}" dt="2021-08-18T18:06:30.090" v="83"/>
        <pc:sldMkLst>
          <pc:docMk/>
          <pc:sldMk cId="1794738657" sldId="309"/>
        </pc:sldMkLst>
        <pc:spChg chg="mod">
          <ac:chgData name="annaasgaraly@ibm.com" userId="" providerId="" clId="Web-{CC69BAD0-B878-4D5F-9EDC-F1CFB63E14B5}" dt="2021-08-18T18:03:04.872" v="39" actId="20577"/>
          <ac:spMkLst>
            <pc:docMk/>
            <pc:sldMk cId="1794738657" sldId="309"/>
            <ac:spMk id="3" creationId="{557C8CBA-1A0E-4CDF-A451-7AAA44D39839}"/>
          </ac:spMkLst>
        </pc:spChg>
      </pc:sldChg>
      <pc:sldChg chg="modSp mod setBg">
        <pc:chgData name="annaasgaraly@ibm.com" userId="" providerId="" clId="Web-{CC69BAD0-B878-4D5F-9EDC-F1CFB63E14B5}" dt="2021-08-18T18:06:30.309" v="84"/>
        <pc:sldMkLst>
          <pc:docMk/>
          <pc:sldMk cId="4010014743" sldId="310"/>
        </pc:sldMkLst>
        <pc:spChg chg="mod">
          <ac:chgData name="annaasgaraly@ibm.com" userId="" providerId="" clId="Web-{CC69BAD0-B878-4D5F-9EDC-F1CFB63E14B5}" dt="2021-08-18T18:03:08.919" v="40" actId="20577"/>
          <ac:spMkLst>
            <pc:docMk/>
            <pc:sldMk cId="4010014743" sldId="310"/>
            <ac:spMk id="3" creationId="{FD161C47-0660-416F-B4C2-25E4D35D69FD}"/>
          </ac:spMkLst>
        </pc:spChg>
      </pc:sldChg>
      <pc:sldChg chg="modSp mod setBg">
        <pc:chgData name="annaasgaraly@ibm.com" userId="" providerId="" clId="Web-{CC69BAD0-B878-4D5F-9EDC-F1CFB63E14B5}" dt="2021-08-18T18:06:30.528" v="85"/>
        <pc:sldMkLst>
          <pc:docMk/>
          <pc:sldMk cId="2735560525" sldId="311"/>
        </pc:sldMkLst>
        <pc:spChg chg="mod">
          <ac:chgData name="annaasgaraly@ibm.com" userId="" providerId="" clId="Web-{CC69BAD0-B878-4D5F-9EDC-F1CFB63E14B5}" dt="2021-08-18T18:03:12.388" v="41" actId="20577"/>
          <ac:spMkLst>
            <pc:docMk/>
            <pc:sldMk cId="2735560525" sldId="311"/>
            <ac:spMk id="3" creationId="{AFD52E17-48CB-4D60-BD56-71D197A29B38}"/>
          </ac:spMkLst>
        </pc:spChg>
      </pc:sldChg>
      <pc:sldChg chg="modSp mod setBg">
        <pc:chgData name="annaasgaraly@ibm.com" userId="" providerId="" clId="Web-{CC69BAD0-B878-4D5F-9EDC-F1CFB63E14B5}" dt="2021-08-18T18:06:30.762" v="86"/>
        <pc:sldMkLst>
          <pc:docMk/>
          <pc:sldMk cId="1434679925" sldId="312"/>
        </pc:sldMkLst>
        <pc:spChg chg="mod">
          <ac:chgData name="annaasgaraly@ibm.com" userId="" providerId="" clId="Web-{CC69BAD0-B878-4D5F-9EDC-F1CFB63E14B5}" dt="2021-08-18T18:03:16.498" v="43" actId="20577"/>
          <ac:spMkLst>
            <pc:docMk/>
            <pc:sldMk cId="1434679925" sldId="312"/>
            <ac:spMk id="3" creationId="{7F12CD3C-55B3-4129-817A-84D0B28F713E}"/>
          </ac:spMkLst>
        </pc:spChg>
      </pc:sldChg>
      <pc:sldChg chg="modSp mod setBg">
        <pc:chgData name="annaasgaraly@ibm.com" userId="" providerId="" clId="Web-{CC69BAD0-B878-4D5F-9EDC-F1CFB63E14B5}" dt="2021-08-18T18:06:31.231" v="88"/>
        <pc:sldMkLst>
          <pc:docMk/>
          <pc:sldMk cId="1756972646" sldId="313"/>
        </pc:sldMkLst>
        <pc:spChg chg="mod">
          <ac:chgData name="annaasgaraly@ibm.com" userId="" providerId="" clId="Web-{CC69BAD0-B878-4D5F-9EDC-F1CFB63E14B5}" dt="2021-08-18T18:03:25.624" v="45" actId="20577"/>
          <ac:spMkLst>
            <pc:docMk/>
            <pc:sldMk cId="1756972646" sldId="313"/>
            <ac:spMk id="3" creationId="{79B32320-42D4-49FA-8047-C080B444B3AE}"/>
          </ac:spMkLst>
        </pc:spChg>
      </pc:sldChg>
      <pc:sldChg chg="modSp mod setBg">
        <pc:chgData name="annaasgaraly@ibm.com" userId="" providerId="" clId="Web-{CC69BAD0-B878-4D5F-9EDC-F1CFB63E14B5}" dt="2021-08-18T18:06:30.997" v="87"/>
        <pc:sldMkLst>
          <pc:docMk/>
          <pc:sldMk cId="639399535" sldId="314"/>
        </pc:sldMkLst>
        <pc:spChg chg="mod">
          <ac:chgData name="annaasgaraly@ibm.com" userId="" providerId="" clId="Web-{CC69BAD0-B878-4D5F-9EDC-F1CFB63E14B5}" dt="2021-08-18T18:03:19.357" v="44" actId="20577"/>
          <ac:spMkLst>
            <pc:docMk/>
            <pc:sldMk cId="639399535" sldId="314"/>
            <ac:spMk id="8" creationId="{952C2E9C-C6BE-40BD-A406-CFB441363CBA}"/>
          </ac:spMkLst>
        </pc:spChg>
      </pc:sldChg>
      <pc:sldChg chg="modSp mod setBg">
        <pc:chgData name="annaasgaraly@ibm.com" userId="" providerId="" clId="Web-{CC69BAD0-B878-4D5F-9EDC-F1CFB63E14B5}" dt="2021-08-18T18:06:31.465" v="89"/>
        <pc:sldMkLst>
          <pc:docMk/>
          <pc:sldMk cId="3566646398" sldId="315"/>
        </pc:sldMkLst>
        <pc:spChg chg="mod">
          <ac:chgData name="annaasgaraly@ibm.com" userId="" providerId="" clId="Web-{CC69BAD0-B878-4D5F-9EDC-F1CFB63E14B5}" dt="2021-08-18T18:03:29.249" v="46" actId="20577"/>
          <ac:spMkLst>
            <pc:docMk/>
            <pc:sldMk cId="3566646398" sldId="315"/>
            <ac:spMk id="3" creationId="{2A7EB98F-A25F-4357-9775-478FC17F7F83}"/>
          </ac:spMkLst>
        </pc:spChg>
      </pc:sldChg>
      <pc:sldChg chg="modSp mod setBg">
        <pc:chgData name="annaasgaraly@ibm.com" userId="" providerId="" clId="Web-{CC69BAD0-B878-4D5F-9EDC-F1CFB63E14B5}" dt="2021-08-18T18:06:31.684" v="90"/>
        <pc:sldMkLst>
          <pc:docMk/>
          <pc:sldMk cId="1398439132" sldId="316"/>
        </pc:sldMkLst>
        <pc:spChg chg="mod">
          <ac:chgData name="annaasgaraly@ibm.com" userId="" providerId="" clId="Web-{CC69BAD0-B878-4D5F-9EDC-F1CFB63E14B5}" dt="2021-08-18T18:03:33.077" v="48" actId="20577"/>
          <ac:spMkLst>
            <pc:docMk/>
            <pc:sldMk cId="1398439132" sldId="316"/>
            <ac:spMk id="3" creationId="{964DA114-677C-40D8-8FFA-43531834CFBF}"/>
          </ac:spMkLst>
        </pc:spChg>
      </pc:sldChg>
      <pc:sldChg chg="modSp mod setBg">
        <pc:chgData name="annaasgaraly@ibm.com" userId="" providerId="" clId="Web-{CC69BAD0-B878-4D5F-9EDC-F1CFB63E14B5}" dt="2021-08-18T18:06:31.924" v="91"/>
        <pc:sldMkLst>
          <pc:docMk/>
          <pc:sldMk cId="3975168428" sldId="317"/>
        </pc:sldMkLst>
        <pc:spChg chg="mod">
          <ac:chgData name="annaasgaraly@ibm.com" userId="" providerId="" clId="Web-{CC69BAD0-B878-4D5F-9EDC-F1CFB63E14B5}" dt="2021-08-18T18:03:35.999" v="49" actId="20577"/>
          <ac:spMkLst>
            <pc:docMk/>
            <pc:sldMk cId="3975168428" sldId="317"/>
            <ac:spMk id="3" creationId="{04523243-E4D6-45EC-97C8-D44398FB7417}"/>
          </ac:spMkLst>
        </pc:spChg>
      </pc:sldChg>
      <pc:sldChg chg="modSp mod setBg">
        <pc:chgData name="annaasgaraly@ibm.com" userId="" providerId="" clId="Web-{CC69BAD0-B878-4D5F-9EDC-F1CFB63E14B5}" dt="2021-08-18T18:06:40.716" v="93"/>
        <pc:sldMkLst>
          <pc:docMk/>
          <pc:sldMk cId="239597884" sldId="318"/>
        </pc:sldMkLst>
        <pc:spChg chg="mod">
          <ac:chgData name="annaasgaraly@ibm.com" userId="" providerId="" clId="Web-{CC69BAD0-B878-4D5F-9EDC-F1CFB63E14B5}" dt="2021-08-18T18:03:41.906" v="51" actId="20577"/>
          <ac:spMkLst>
            <pc:docMk/>
            <pc:sldMk cId="239597884" sldId="318"/>
            <ac:spMk id="8" creationId="{2E0ECA32-E146-40DA-85CD-9677244BC3EC}"/>
          </ac:spMkLst>
        </pc:spChg>
      </pc:sldChg>
      <pc:sldChg chg="modSp mod setBg">
        <pc:chgData name="annaasgaraly@ibm.com" userId="" providerId="" clId="Web-{CC69BAD0-B878-4D5F-9EDC-F1CFB63E14B5}" dt="2021-08-18T18:06:40.950" v="94"/>
        <pc:sldMkLst>
          <pc:docMk/>
          <pc:sldMk cId="232499080" sldId="319"/>
        </pc:sldMkLst>
        <pc:spChg chg="mod">
          <ac:chgData name="annaasgaraly@ibm.com" userId="" providerId="" clId="Web-{CC69BAD0-B878-4D5F-9EDC-F1CFB63E14B5}" dt="2021-08-18T18:03:44.922" v="52" actId="20577"/>
          <ac:spMkLst>
            <pc:docMk/>
            <pc:sldMk cId="232499080" sldId="319"/>
            <ac:spMk id="8" creationId="{34C97452-C78A-4701-B8AB-ABFE63D5BEDE}"/>
          </ac:spMkLst>
        </pc:spChg>
      </pc:sldChg>
      <pc:sldChg chg="modSp mod setBg">
        <pc:chgData name="annaasgaraly@ibm.com" userId="" providerId="" clId="Web-{CC69BAD0-B878-4D5F-9EDC-F1CFB63E14B5}" dt="2021-08-18T18:06:57.123" v="99"/>
        <pc:sldMkLst>
          <pc:docMk/>
          <pc:sldMk cId="3645034231" sldId="320"/>
        </pc:sldMkLst>
        <pc:spChg chg="mod">
          <ac:chgData name="annaasgaraly@ibm.com" userId="" providerId="" clId="Web-{CC69BAD0-B878-4D5F-9EDC-F1CFB63E14B5}" dt="2021-08-18T18:04:07.830" v="57" actId="20577"/>
          <ac:spMkLst>
            <pc:docMk/>
            <pc:sldMk cId="3645034231" sldId="320"/>
            <ac:spMk id="9" creationId="{533106AC-60D7-46AE-8E64-7B84ABDBD099}"/>
          </ac:spMkLst>
        </pc:spChg>
      </pc:sldChg>
      <pc:sldChg chg="mod setBg">
        <pc:chgData name="annaasgaraly@ibm.com" userId="" providerId="" clId="Web-{CC69BAD0-B878-4D5F-9EDC-F1CFB63E14B5}" dt="2021-08-18T17:50:55.553" v="5"/>
        <pc:sldMkLst>
          <pc:docMk/>
          <pc:sldMk cId="733461713" sldId="321"/>
        </pc:sldMkLst>
      </pc:sldChg>
      <pc:sldChg chg="modSp mod setBg">
        <pc:chgData name="annaasgaraly@ibm.com" userId="" providerId="" clId="Web-{CC69BAD0-B878-4D5F-9EDC-F1CFB63E14B5}" dt="2021-08-18T18:06:49.263" v="98"/>
        <pc:sldMkLst>
          <pc:docMk/>
          <pc:sldMk cId="700132931" sldId="322"/>
        </pc:sldMkLst>
        <pc:spChg chg="mod">
          <ac:chgData name="annaasgaraly@ibm.com" userId="" providerId="" clId="Web-{CC69BAD0-B878-4D5F-9EDC-F1CFB63E14B5}" dt="2021-08-18T18:03:48.453" v="53" actId="20577"/>
          <ac:spMkLst>
            <pc:docMk/>
            <pc:sldMk cId="700132931" sldId="322"/>
            <ac:spMk id="8" creationId="{9456A072-47A6-4424-9ABE-F398119040DD}"/>
          </ac:spMkLst>
        </pc:spChg>
      </pc:sldChg>
      <pc:sldChg chg="modSp mod setBg">
        <pc:chgData name="annaasgaraly@ibm.com" userId="" providerId="" clId="Web-{CC69BAD0-B878-4D5F-9EDC-F1CFB63E14B5}" dt="2021-08-18T18:06:48.795" v="96"/>
        <pc:sldMkLst>
          <pc:docMk/>
          <pc:sldMk cId="1866160706" sldId="323"/>
        </pc:sldMkLst>
        <pc:spChg chg="mod">
          <ac:chgData name="annaasgaraly@ibm.com" userId="" providerId="" clId="Web-{CC69BAD0-B878-4D5F-9EDC-F1CFB63E14B5}" dt="2021-08-18T18:03:52.626" v="54" actId="20577"/>
          <ac:spMkLst>
            <pc:docMk/>
            <pc:sldMk cId="1866160706" sldId="323"/>
            <ac:spMk id="8" creationId="{4EF94599-779E-457E-B57B-6063EBF7A840}"/>
          </ac:spMkLst>
        </pc:spChg>
      </pc:sldChg>
      <pc:sldChg chg="modSp mod setBg">
        <pc:chgData name="annaasgaraly@ibm.com" userId="" providerId="" clId="Web-{CC69BAD0-B878-4D5F-9EDC-F1CFB63E14B5}" dt="2021-08-18T18:06:49.029" v="97"/>
        <pc:sldMkLst>
          <pc:docMk/>
          <pc:sldMk cId="252359608" sldId="324"/>
        </pc:sldMkLst>
        <pc:spChg chg="mod">
          <ac:chgData name="annaasgaraly@ibm.com" userId="" providerId="" clId="Web-{CC69BAD0-B878-4D5F-9EDC-F1CFB63E14B5}" dt="2021-08-18T18:03:58.220" v="55" actId="20577"/>
          <ac:spMkLst>
            <pc:docMk/>
            <pc:sldMk cId="252359608" sldId="324"/>
            <ac:spMk id="12" creationId="{4D271BF5-BAA1-4CEB-A575-76A097FABBBA}"/>
          </ac:spMkLst>
        </pc:spChg>
      </pc:sldChg>
      <pc:sldChg chg="addSp modSp">
        <pc:chgData name="annaasgaraly@ibm.com" userId="" providerId="" clId="Web-{CC69BAD0-B878-4D5F-9EDC-F1CFB63E14B5}" dt="2021-08-18T18:00:11.344" v="12" actId="14100"/>
        <pc:sldMkLst>
          <pc:docMk/>
          <pc:sldMk cId="1277611629" sldId="327"/>
        </pc:sldMkLst>
        <pc:picChg chg="add mod">
          <ac:chgData name="annaasgaraly@ibm.com" userId="" providerId="" clId="Web-{CC69BAD0-B878-4D5F-9EDC-F1CFB63E14B5}" dt="2021-08-18T18:00:11.344" v="12" actId="14100"/>
          <ac:picMkLst>
            <pc:docMk/>
            <pc:sldMk cId="1277611629" sldId="327"/>
            <ac:picMk id="2" creationId="{4F94DBE5-2DCC-401E-95AA-12E04A97FBA6}"/>
          </ac:picMkLst>
        </pc:picChg>
      </pc:sldChg>
      <pc:sldChg chg="mod setBg">
        <pc:chgData name="annaasgaraly@ibm.com" userId="" providerId="" clId="Web-{CC69BAD0-B878-4D5F-9EDC-F1CFB63E14B5}" dt="2021-08-18T17:51:14.820" v="7"/>
        <pc:sldMkLst>
          <pc:docMk/>
          <pc:sldMk cId="661040741" sldId="329"/>
        </pc:sldMkLst>
      </pc:sldChg>
      <pc:sldChg chg="modSp mod setBg">
        <pc:chgData name="annaasgaraly@ibm.com" userId="" providerId="" clId="Web-{CC69BAD0-B878-4D5F-9EDC-F1CFB63E14B5}" dt="2021-08-18T18:05:53.681" v="65"/>
        <pc:sldMkLst>
          <pc:docMk/>
          <pc:sldMk cId="724038033" sldId="330"/>
        </pc:sldMkLst>
        <pc:spChg chg="mod">
          <ac:chgData name="annaasgaraly@ibm.com" userId="" providerId="" clId="Web-{CC69BAD0-B878-4D5F-9EDC-F1CFB63E14B5}" dt="2021-08-18T18:01:02.207" v="16" actId="20577"/>
          <ac:spMkLst>
            <pc:docMk/>
            <pc:sldMk cId="724038033" sldId="330"/>
            <ac:spMk id="19" creationId="{6CA66F18-AF00-434A-AB3C-61097BEAE5FA}"/>
          </ac:spMkLst>
        </pc:spChg>
      </pc:sldChg>
      <pc:sldChg chg="modSp mod setBg">
        <pc:chgData name="annaasgaraly@ibm.com" userId="" providerId="" clId="Web-{CC69BAD0-B878-4D5F-9EDC-F1CFB63E14B5}" dt="2021-08-18T18:05:53.463" v="64"/>
        <pc:sldMkLst>
          <pc:docMk/>
          <pc:sldMk cId="1980221439" sldId="331"/>
        </pc:sldMkLst>
        <pc:spChg chg="mod">
          <ac:chgData name="annaasgaraly@ibm.com" userId="" providerId="" clId="Web-{CC69BAD0-B878-4D5F-9EDC-F1CFB63E14B5}" dt="2021-08-18T18:01:34.631" v="17" actId="20577"/>
          <ac:spMkLst>
            <pc:docMk/>
            <pc:sldMk cId="1980221439" sldId="331"/>
            <ac:spMk id="19" creationId="{6CA66F18-AF00-434A-AB3C-61097BEAE5FA}"/>
          </ac:spMkLst>
        </pc:spChg>
      </pc:sldChg>
      <pc:sldChg chg="modSp mod setBg">
        <pc:chgData name="annaasgaraly@ibm.com" userId="" providerId="" clId="Web-{CC69BAD0-B878-4D5F-9EDC-F1CFB63E14B5}" dt="2021-08-18T18:05:53.228" v="63"/>
        <pc:sldMkLst>
          <pc:docMk/>
          <pc:sldMk cId="2560061391" sldId="332"/>
        </pc:sldMkLst>
        <pc:spChg chg="mod">
          <ac:chgData name="annaasgaraly@ibm.com" userId="" providerId="" clId="Web-{CC69BAD0-B878-4D5F-9EDC-F1CFB63E14B5}" dt="2021-08-18T18:01:38.944" v="18" actId="20577"/>
          <ac:spMkLst>
            <pc:docMk/>
            <pc:sldMk cId="2560061391" sldId="332"/>
            <ac:spMk id="19" creationId="{6CA66F18-AF00-434A-AB3C-61097BEAE5FA}"/>
          </ac:spMkLst>
        </pc:spChg>
      </pc:sldChg>
    </pc:docChg>
  </pc:docChgLst>
  <pc:docChgLst>
    <pc:chgData name="Ada Celik" clId="Web-{998F4E3E-1A76-4A6B-98B6-08752F3768B3}"/>
    <pc:docChg chg="modSld">
      <pc:chgData name="Ada Celik" userId="" providerId="" clId="Web-{998F4E3E-1A76-4A6B-98B6-08752F3768B3}" dt="2021-08-10T21:41:11.021" v="1" actId="20577"/>
      <pc:docMkLst>
        <pc:docMk/>
      </pc:docMkLst>
      <pc:sldChg chg="modSp">
        <pc:chgData name="Ada Celik" userId="" providerId="" clId="Web-{998F4E3E-1A76-4A6B-98B6-08752F3768B3}" dt="2021-08-10T21:41:11.021" v="1" actId="20577"/>
        <pc:sldMkLst>
          <pc:docMk/>
          <pc:sldMk cId="1277611629" sldId="327"/>
        </pc:sldMkLst>
        <pc:spChg chg="mod">
          <ac:chgData name="Ada Celik" userId="" providerId="" clId="Web-{998F4E3E-1A76-4A6B-98B6-08752F3768B3}" dt="2021-08-10T21:41:11.021" v="1" actId="20577"/>
          <ac:spMkLst>
            <pc:docMk/>
            <pc:sldMk cId="1277611629" sldId="327"/>
            <ac:spMk id="6" creationId="{2C36AF9D-A911-994B-90EA-013D4CDA5604}"/>
          </ac:spMkLst>
        </pc:spChg>
      </pc:sldChg>
    </pc:docChg>
  </pc:docChgLst>
  <pc:docChgLst>
    <pc:chgData name="Ada Celik" clId="Web-{9F30A1D2-6717-426C-A658-3A50309723ED}"/>
    <pc:docChg chg="modSld">
      <pc:chgData name="Ada Celik" userId="" providerId="" clId="Web-{9F30A1D2-6717-426C-A658-3A50309723ED}" dt="2021-08-10T21:42:35.526" v="3"/>
      <pc:docMkLst>
        <pc:docMk/>
      </pc:docMkLst>
      <pc:sldChg chg="delSp">
        <pc:chgData name="Ada Celik" userId="" providerId="" clId="Web-{9F30A1D2-6717-426C-A658-3A50309723ED}" dt="2021-08-10T21:42:35.526" v="3"/>
        <pc:sldMkLst>
          <pc:docMk/>
          <pc:sldMk cId="661040741" sldId="329"/>
        </pc:sldMkLst>
        <pc:picChg chg="del">
          <ac:chgData name="Ada Celik" userId="" providerId="" clId="Web-{9F30A1D2-6717-426C-A658-3A50309723ED}" dt="2021-08-10T21:42:35.526" v="3"/>
          <ac:picMkLst>
            <pc:docMk/>
            <pc:sldMk cId="661040741" sldId="329"/>
            <ac:picMk id="8" creationId="{F88AB437-E43C-436D-B35E-51887C103800}"/>
          </ac:picMkLst>
        </pc:picChg>
        <pc:picChg chg="del">
          <ac:chgData name="Ada Celik" userId="" providerId="" clId="Web-{9F30A1D2-6717-426C-A658-3A50309723ED}" dt="2021-08-10T21:42:35.526" v="2"/>
          <ac:picMkLst>
            <pc:docMk/>
            <pc:sldMk cId="661040741" sldId="329"/>
            <ac:picMk id="9" creationId="{89FBF71A-DDF5-4BAA-B9B5-91B4675FF80E}"/>
          </ac:picMkLst>
        </pc:picChg>
        <pc:picChg chg="del">
          <ac:chgData name="Ada Celik" userId="" providerId="" clId="Web-{9F30A1D2-6717-426C-A658-3A50309723ED}" dt="2021-08-10T21:42:35.526" v="1"/>
          <ac:picMkLst>
            <pc:docMk/>
            <pc:sldMk cId="661040741" sldId="329"/>
            <ac:picMk id="10" creationId="{225AE237-9A47-4E0B-AE8A-DD0CED30B39D}"/>
          </ac:picMkLst>
        </pc:picChg>
        <pc:picChg chg="del">
          <ac:chgData name="Ada Celik" userId="" providerId="" clId="Web-{9F30A1D2-6717-426C-A658-3A50309723ED}" dt="2021-08-10T21:42:35.526" v="0"/>
          <ac:picMkLst>
            <pc:docMk/>
            <pc:sldMk cId="661040741" sldId="329"/>
            <ac:picMk id="11" creationId="{E1021DDF-7C74-4FD8-AE38-AFFCC057C8C2}"/>
          </ac:picMkLst>
        </pc:picChg>
      </pc:sldChg>
    </pc:docChg>
  </pc:docChgLst>
  <pc:docChgLst>
    <pc:chgData name="YAN LUO" clId="Web-{B63C8988-E1D3-4A52-8229-FA8C5EBD2ECD}"/>
    <pc:docChg chg="delSld modSld">
      <pc:chgData name="YAN LUO" userId="" providerId="" clId="Web-{B63C8988-E1D3-4A52-8229-FA8C5EBD2ECD}" dt="2021-08-19T14:01:44.876" v="206" actId="20577"/>
      <pc:docMkLst>
        <pc:docMk/>
      </pc:docMkLst>
      <pc:sldChg chg="modSp">
        <pc:chgData name="YAN LUO" userId="" providerId="" clId="Web-{B63C8988-E1D3-4A52-8229-FA8C5EBD2ECD}" dt="2021-08-19T13:47:23.458" v="93" actId="20577"/>
        <pc:sldMkLst>
          <pc:docMk/>
          <pc:sldMk cId="1578726356" sldId="265"/>
        </pc:sldMkLst>
        <pc:spChg chg="mod">
          <ac:chgData name="YAN LUO" userId="" providerId="" clId="Web-{B63C8988-E1D3-4A52-8229-FA8C5EBD2ECD}" dt="2021-08-19T13:47:23.458" v="93" actId="20577"/>
          <ac:spMkLst>
            <pc:docMk/>
            <pc:sldMk cId="1578726356" sldId="265"/>
            <ac:spMk id="5" creationId="{1B07C49E-AFFC-EC46-8930-E4D428F5F943}"/>
          </ac:spMkLst>
        </pc:spChg>
      </pc:sldChg>
      <pc:sldChg chg="modSp">
        <pc:chgData name="YAN LUO" userId="" providerId="" clId="Web-{B63C8988-E1D3-4A52-8229-FA8C5EBD2ECD}" dt="2021-08-19T13:46:56.520" v="49" actId="20577"/>
        <pc:sldMkLst>
          <pc:docMk/>
          <pc:sldMk cId="779971636" sldId="266"/>
        </pc:sldMkLst>
        <pc:spChg chg="mod">
          <ac:chgData name="YAN LUO" userId="" providerId="" clId="Web-{B63C8988-E1D3-4A52-8229-FA8C5EBD2ECD}" dt="2021-08-19T13:46:56.520" v="49" actId="20577"/>
          <ac:spMkLst>
            <pc:docMk/>
            <pc:sldMk cId="779971636" sldId="266"/>
            <ac:spMk id="5" creationId="{1B07C49E-AFFC-EC46-8930-E4D428F5F943}"/>
          </ac:spMkLst>
        </pc:spChg>
      </pc:sldChg>
      <pc:sldChg chg="del">
        <pc:chgData name="YAN LUO" userId="" providerId="" clId="Web-{B63C8988-E1D3-4A52-8229-FA8C5EBD2ECD}" dt="2021-08-19T13:52:20.775" v="94"/>
        <pc:sldMkLst>
          <pc:docMk/>
          <pc:sldMk cId="3181088097" sldId="278"/>
        </pc:sldMkLst>
      </pc:sldChg>
      <pc:sldChg chg="addSp delSp modSp">
        <pc:chgData name="YAN LUO" userId="" providerId="" clId="Web-{B63C8988-E1D3-4A52-8229-FA8C5EBD2ECD}" dt="2021-08-19T13:45:42.691" v="30" actId="20577"/>
        <pc:sldMkLst>
          <pc:docMk/>
          <pc:sldMk cId="280316088" sldId="299"/>
        </pc:sldMkLst>
        <pc:spChg chg="add del mod ord">
          <ac:chgData name="YAN LUO" userId="" providerId="" clId="Web-{B63C8988-E1D3-4A52-8229-FA8C5EBD2ECD}" dt="2021-08-19T13:21:31.149" v="16"/>
          <ac:spMkLst>
            <pc:docMk/>
            <pc:sldMk cId="280316088" sldId="299"/>
            <ac:spMk id="2" creationId="{310FB1D8-F945-4835-A7ED-A9DCB8CE099D}"/>
          </ac:spMkLst>
        </pc:spChg>
        <pc:spChg chg="mod">
          <ac:chgData name="YAN LUO" userId="" providerId="" clId="Web-{B63C8988-E1D3-4A52-8229-FA8C5EBD2ECD}" dt="2021-08-19T13:45:42.691" v="30" actId="20577"/>
          <ac:spMkLst>
            <pc:docMk/>
            <pc:sldMk cId="280316088" sldId="299"/>
            <ac:spMk id="5" creationId="{1B07C49E-AFFC-EC46-8930-E4D428F5F943}"/>
          </ac:spMkLst>
        </pc:spChg>
      </pc:sldChg>
      <pc:sldChg chg="addSp delSp modSp">
        <pc:chgData name="YAN LUO" userId="" providerId="" clId="Web-{B63C8988-E1D3-4A52-8229-FA8C5EBD2ECD}" dt="2021-08-19T13:53:50.338" v="96" actId="20577"/>
        <pc:sldMkLst>
          <pc:docMk/>
          <pc:sldMk cId="1385553969" sldId="302"/>
        </pc:sldMkLst>
        <pc:spChg chg="add mod">
          <ac:chgData name="YAN LUO" userId="" providerId="" clId="Web-{B63C8988-E1D3-4A52-8229-FA8C5EBD2ECD}" dt="2021-08-19T13:53:50.338" v="96" actId="20577"/>
          <ac:spMkLst>
            <pc:docMk/>
            <pc:sldMk cId="1385553969" sldId="302"/>
            <ac:spMk id="2" creationId="{8B78C759-C687-440F-8CAE-D3071F1AB630}"/>
          </ac:spMkLst>
        </pc:spChg>
        <pc:spChg chg="mod">
          <ac:chgData name="YAN LUO" userId="" providerId="" clId="Web-{B63C8988-E1D3-4A52-8229-FA8C5EBD2ECD}" dt="2021-08-19T13:46:07.426" v="35" actId="20577"/>
          <ac:spMkLst>
            <pc:docMk/>
            <pc:sldMk cId="1385553969" sldId="302"/>
            <ac:spMk id="3" creationId="{AB0AB2AC-B7E6-6849-9AE9-697369407F8F}"/>
          </ac:spMkLst>
        </pc:spChg>
        <pc:spChg chg="add del">
          <ac:chgData name="YAN LUO" userId="" providerId="" clId="Web-{B63C8988-E1D3-4A52-8229-FA8C5EBD2ECD}" dt="2021-08-19T13:46:27.739" v="39"/>
          <ac:spMkLst>
            <pc:docMk/>
            <pc:sldMk cId="1385553969" sldId="302"/>
            <ac:spMk id="5" creationId="{B2BB333C-3C82-48BA-A090-59BE99C64735}"/>
          </ac:spMkLst>
        </pc:spChg>
        <pc:spChg chg="del">
          <ac:chgData name="YAN LUO" userId="" providerId="" clId="Web-{B63C8988-E1D3-4A52-8229-FA8C5EBD2ECD}" dt="2021-08-19T13:46:24.129" v="36"/>
          <ac:spMkLst>
            <pc:docMk/>
            <pc:sldMk cId="1385553969" sldId="302"/>
            <ac:spMk id="15" creationId="{302614DC-FBA1-44E3-9E89-23C80E7E6998}"/>
          </ac:spMkLst>
        </pc:spChg>
      </pc:sldChg>
      <pc:sldChg chg="modSp">
        <pc:chgData name="YAN LUO" userId="" providerId="" clId="Web-{B63C8988-E1D3-4A52-8229-FA8C5EBD2ECD}" dt="2021-08-19T13:55:45.293" v="141" actId="20577"/>
        <pc:sldMkLst>
          <pc:docMk/>
          <pc:sldMk cId="1434679925" sldId="312"/>
        </pc:sldMkLst>
        <pc:spChg chg="mod">
          <ac:chgData name="YAN LUO" userId="" providerId="" clId="Web-{B63C8988-E1D3-4A52-8229-FA8C5EBD2ECD}" dt="2021-08-19T13:55:45.293" v="141" actId="20577"/>
          <ac:spMkLst>
            <pc:docMk/>
            <pc:sldMk cId="1434679925" sldId="312"/>
            <ac:spMk id="5" creationId="{1B07C49E-AFFC-EC46-8930-E4D428F5F943}"/>
          </ac:spMkLst>
        </pc:spChg>
      </pc:sldChg>
      <pc:sldChg chg="modSp">
        <pc:chgData name="YAN LUO" userId="" providerId="" clId="Web-{B63C8988-E1D3-4A52-8229-FA8C5EBD2ECD}" dt="2021-08-19T13:56:18.809" v="184" actId="20577"/>
        <pc:sldMkLst>
          <pc:docMk/>
          <pc:sldMk cId="639399535" sldId="314"/>
        </pc:sldMkLst>
        <pc:spChg chg="mod">
          <ac:chgData name="YAN LUO" userId="" providerId="" clId="Web-{B63C8988-E1D3-4A52-8229-FA8C5EBD2ECD}" dt="2021-08-19T13:56:18.809" v="184" actId="20577"/>
          <ac:spMkLst>
            <pc:docMk/>
            <pc:sldMk cId="639399535" sldId="314"/>
            <ac:spMk id="5" creationId="{1B07C49E-AFFC-EC46-8930-E4D428F5F943}"/>
          </ac:spMkLst>
        </pc:spChg>
      </pc:sldChg>
      <pc:sldChg chg="modSp">
        <pc:chgData name="YAN LUO" userId="" providerId="" clId="Web-{B63C8988-E1D3-4A52-8229-FA8C5EBD2ECD}" dt="2021-08-19T14:01:44.876" v="206" actId="20577"/>
        <pc:sldMkLst>
          <pc:docMk/>
          <pc:sldMk cId="1398439132" sldId="316"/>
        </pc:sldMkLst>
        <pc:spChg chg="mod">
          <ac:chgData name="YAN LUO" userId="" providerId="" clId="Web-{B63C8988-E1D3-4A52-8229-FA8C5EBD2ECD}" dt="2021-08-19T14:01:44.876" v="206" actId="20577"/>
          <ac:spMkLst>
            <pc:docMk/>
            <pc:sldMk cId="1398439132" sldId="316"/>
            <ac:spMk id="5" creationId="{1B07C49E-AFFC-EC46-8930-E4D428F5F943}"/>
          </ac:spMkLst>
        </pc:spChg>
      </pc:sldChg>
    </pc:docChg>
  </pc:docChgLst>
  <pc:docChgLst>
    <pc:chgData name="annaasgaraly@ibm.com" clId="Web-{3BA0D230-C853-4667-83F9-D85E65BD4B24}"/>
    <pc:docChg chg="modSld">
      <pc:chgData name="annaasgaraly@ibm.com" userId="" providerId="" clId="Web-{3BA0D230-C853-4667-83F9-D85E65BD4B24}" dt="2021-08-19T16:32:24.566" v="1"/>
      <pc:docMkLst>
        <pc:docMk/>
      </pc:docMkLst>
      <pc:sldChg chg="mod setBg">
        <pc:chgData name="annaasgaraly@ibm.com" userId="" providerId="" clId="Web-{3BA0D230-C853-4667-83F9-D85E65BD4B24}" dt="2021-08-19T16:32:24.566" v="1"/>
        <pc:sldMkLst>
          <pc:docMk/>
          <pc:sldMk cId="178270660" sldId="284"/>
        </pc:sldMkLst>
      </pc:sldChg>
      <pc:sldChg chg="mod setBg">
        <pc:chgData name="annaasgaraly@ibm.com" userId="" providerId="" clId="Web-{3BA0D230-C853-4667-83F9-D85E65BD4B24}" dt="2021-08-19T16:32:07.268" v="0"/>
        <pc:sldMkLst>
          <pc:docMk/>
          <pc:sldMk cId="1023352497" sldId="294"/>
        </pc:sldMkLst>
      </pc:sldChg>
    </pc:docChg>
  </pc:docChgLst>
  <pc:docChgLst>
    <pc:chgData name="YAN LUO" clId="Web-{86B35720-4193-446F-B2D5-9AD9984A55EF}"/>
    <pc:docChg chg="modSld">
      <pc:chgData name="YAN LUO" userId="" providerId="" clId="Web-{86B35720-4193-446F-B2D5-9AD9984A55EF}" dt="2021-08-19T14:59:05.021" v="263" actId="20577"/>
      <pc:docMkLst>
        <pc:docMk/>
      </pc:docMkLst>
      <pc:sldChg chg="modSp">
        <pc:chgData name="YAN LUO" userId="" providerId="" clId="Web-{86B35720-4193-446F-B2D5-9AD9984A55EF}" dt="2021-08-19T14:59:05.021" v="263" actId="20577"/>
        <pc:sldMkLst>
          <pc:docMk/>
          <pc:sldMk cId="2459446073" sldId="289"/>
        </pc:sldMkLst>
        <pc:spChg chg="mod">
          <ac:chgData name="YAN LUO" userId="" providerId="" clId="Web-{86B35720-4193-446F-B2D5-9AD9984A55EF}" dt="2021-08-19T14:59:05.021" v="263" actId="20577"/>
          <ac:spMkLst>
            <pc:docMk/>
            <pc:sldMk cId="2459446073" sldId="289"/>
            <ac:spMk id="5" creationId="{1B07C49E-AFFC-EC46-8930-E4D428F5F943}"/>
          </ac:spMkLst>
        </pc:spChg>
      </pc:sldChg>
      <pc:sldChg chg="modSp">
        <pc:chgData name="YAN LUO" userId="" providerId="" clId="Web-{86B35720-4193-446F-B2D5-9AD9984A55EF}" dt="2021-08-19T14:15:37.479" v="115" actId="20577"/>
        <pc:sldMkLst>
          <pc:docMk/>
          <pc:sldMk cId="981671777" sldId="296"/>
        </pc:sldMkLst>
        <pc:spChg chg="mod">
          <ac:chgData name="YAN LUO" userId="" providerId="" clId="Web-{86B35720-4193-446F-B2D5-9AD9984A55EF}" dt="2021-08-19T14:15:37.479" v="115" actId="20577"/>
          <ac:spMkLst>
            <pc:docMk/>
            <pc:sldMk cId="981671777" sldId="296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07:37.968" v="1" actId="20577"/>
        <pc:sldMkLst>
          <pc:docMk/>
          <pc:sldMk cId="1398439132" sldId="316"/>
        </pc:sldMkLst>
        <pc:spChg chg="mod">
          <ac:chgData name="YAN LUO" userId="" providerId="" clId="Web-{86B35720-4193-446F-B2D5-9AD9984A55EF}" dt="2021-08-19T14:07:37.968" v="1" actId="20577"/>
          <ac:spMkLst>
            <pc:docMk/>
            <pc:sldMk cId="1398439132" sldId="316"/>
            <ac:spMk id="5" creationId="{1B07C49E-AFFC-EC46-8930-E4D428F5F943}"/>
          </ac:spMkLst>
        </pc:spChg>
      </pc:sldChg>
      <pc:sldChg chg="modSp">
        <pc:chgData name="YAN LUO" userId="" providerId="" clId="Web-{86B35720-4193-446F-B2D5-9AD9984A55EF}" dt="2021-08-19T14:12:24.459" v="39" actId="20577"/>
        <pc:sldMkLst>
          <pc:docMk/>
          <pc:sldMk cId="3975168428" sldId="317"/>
        </pc:sldMkLst>
        <pc:spChg chg="mod">
          <ac:chgData name="YAN LUO" userId="" providerId="" clId="Web-{86B35720-4193-446F-B2D5-9AD9984A55EF}" dt="2021-08-19T14:10:01.737" v="18" actId="20577"/>
          <ac:spMkLst>
            <pc:docMk/>
            <pc:sldMk cId="3975168428" sldId="317"/>
            <ac:spMk id="3" creationId="{04523243-E4D6-45EC-97C8-D44398FB7417}"/>
          </ac:spMkLst>
        </pc:spChg>
        <pc:spChg chg="mod">
          <ac:chgData name="YAN LUO" userId="" providerId="" clId="Web-{86B35720-4193-446F-B2D5-9AD9984A55EF}" dt="2021-08-19T14:12:24.459" v="39" actId="20577"/>
          <ac:spMkLst>
            <pc:docMk/>
            <pc:sldMk cId="3975168428" sldId="317"/>
            <ac:spMk id="5" creationId="{1B07C49E-AFFC-EC46-8930-E4D428F5F943}"/>
          </ac:spMkLst>
        </pc:spChg>
      </pc:sldChg>
      <pc:sldChg chg="modSp">
        <pc:chgData name="YAN LUO" userId="" providerId="" clId="Web-{86B35720-4193-446F-B2D5-9AD9984A55EF}" dt="2021-08-19T14:15:56.635" v="140" actId="20577"/>
        <pc:sldMkLst>
          <pc:docMk/>
          <pc:sldMk cId="239597884" sldId="318"/>
        </pc:sldMkLst>
        <pc:spChg chg="mod">
          <ac:chgData name="YAN LUO" userId="" providerId="" clId="Web-{86B35720-4193-446F-B2D5-9AD9984A55EF}" dt="2021-08-19T14:15:56.635" v="140" actId="20577"/>
          <ac:spMkLst>
            <pc:docMk/>
            <pc:sldMk cId="239597884" sldId="318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16:10.167" v="168" actId="20577"/>
        <pc:sldMkLst>
          <pc:docMk/>
          <pc:sldMk cId="232499080" sldId="319"/>
        </pc:sldMkLst>
        <pc:spChg chg="mod">
          <ac:chgData name="YAN LUO" userId="" providerId="" clId="Web-{86B35720-4193-446F-B2D5-9AD9984A55EF}" dt="2021-08-19T14:16:10.167" v="168" actId="20577"/>
          <ac:spMkLst>
            <pc:docMk/>
            <pc:sldMk cId="232499080" sldId="319"/>
            <ac:spMk id="5" creationId="{85D9F803-CDBC-C74C-AF1B-2B5937D1C241}"/>
          </ac:spMkLst>
        </pc:spChg>
      </pc:sldChg>
      <pc:sldChg chg="modSp addCm">
        <pc:chgData name="YAN LUO" userId="" providerId="" clId="Web-{86B35720-4193-446F-B2D5-9AD9984A55EF}" dt="2021-08-19T14:58:05.144" v="175"/>
        <pc:sldMkLst>
          <pc:docMk/>
          <pc:sldMk cId="700132931" sldId="322"/>
        </pc:sldMkLst>
        <pc:spChg chg="mod">
          <ac:chgData name="YAN LUO" userId="" providerId="" clId="Web-{86B35720-4193-446F-B2D5-9AD9984A55EF}" dt="2021-08-19T14:17:04.699" v="171" actId="20577"/>
          <ac:spMkLst>
            <pc:docMk/>
            <pc:sldMk cId="700132931" sldId="322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17:12.528" v="174" actId="20577"/>
        <pc:sldMkLst>
          <pc:docMk/>
          <pc:sldMk cId="1866160706" sldId="323"/>
        </pc:sldMkLst>
        <pc:spChg chg="mod">
          <ac:chgData name="YAN LUO" userId="" providerId="" clId="Web-{86B35720-4193-446F-B2D5-9AD9984A55EF}" dt="2021-08-19T14:17:12.528" v="174" actId="20577"/>
          <ac:spMkLst>
            <pc:docMk/>
            <pc:sldMk cId="1866160706" sldId="323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58:49.817" v="250" actId="20577"/>
        <pc:sldMkLst>
          <pc:docMk/>
          <pc:sldMk cId="252359608" sldId="324"/>
        </pc:sldMkLst>
        <pc:spChg chg="mod">
          <ac:chgData name="YAN LUO" userId="" providerId="" clId="Web-{86B35720-4193-446F-B2D5-9AD9984A55EF}" dt="2021-08-19T14:58:49.817" v="250" actId="20577"/>
          <ac:spMkLst>
            <pc:docMk/>
            <pc:sldMk cId="252359608" sldId="324"/>
            <ac:spMk id="5" creationId="{85D9F803-CDBC-C74C-AF1B-2B5937D1C241}"/>
          </ac:spMkLst>
        </pc:spChg>
      </pc:sldChg>
    </pc:docChg>
  </pc:docChgLst>
  <pc:docChgLst>
    <pc:chgData name="annaasgaraly@ibm.com" clId="Web-{10340FDF-B15C-4CFF-B487-146F9B98A252}"/>
    <pc:docChg chg="modSld">
      <pc:chgData name="annaasgaraly@ibm.com" userId="" providerId="" clId="Web-{10340FDF-B15C-4CFF-B487-146F9B98A252}" dt="2021-08-10T21:47:37.589" v="27"/>
      <pc:docMkLst>
        <pc:docMk/>
      </pc:docMkLst>
      <pc:sldChg chg="mod setBg">
        <pc:chgData name="annaasgaraly@ibm.com" userId="" providerId="" clId="Web-{10340FDF-B15C-4CFF-B487-146F9B98A252}" dt="2021-08-10T21:45:57.511" v="22"/>
        <pc:sldMkLst>
          <pc:docMk/>
          <pc:sldMk cId="3181088097" sldId="278"/>
        </pc:sldMkLst>
      </pc:sldChg>
      <pc:sldChg chg="mod setBg">
        <pc:chgData name="annaasgaraly@ibm.com" userId="" providerId="" clId="Web-{10340FDF-B15C-4CFF-B487-146F9B98A252}" dt="2021-08-10T21:39:24.478" v="2"/>
        <pc:sldMkLst>
          <pc:docMk/>
          <pc:sldMk cId="178270660" sldId="284"/>
        </pc:sldMkLst>
      </pc:sldChg>
      <pc:sldChg chg="mod setBg">
        <pc:chgData name="annaasgaraly@ibm.com" userId="" providerId="" clId="Web-{10340FDF-B15C-4CFF-B487-146F9B98A252}" dt="2021-08-10T21:46:27.417" v="25"/>
        <pc:sldMkLst>
          <pc:docMk/>
          <pc:sldMk cId="1290394134" sldId="288"/>
        </pc:sldMkLst>
      </pc:sldChg>
      <pc:sldChg chg="mod setBg">
        <pc:chgData name="annaasgaraly@ibm.com" userId="" providerId="" clId="Web-{10340FDF-B15C-4CFF-B487-146F9B98A252}" dt="2021-08-10T21:46:06.604" v="23"/>
        <pc:sldMkLst>
          <pc:docMk/>
          <pc:sldMk cId="1023352497" sldId="294"/>
        </pc:sldMkLst>
      </pc:sldChg>
      <pc:sldChg chg="mod setBg">
        <pc:chgData name="annaasgaraly@ibm.com" userId="" providerId="" clId="Web-{10340FDF-B15C-4CFF-B487-146F9B98A252}" dt="2021-08-10T21:47:37.589" v="27"/>
        <pc:sldMkLst>
          <pc:docMk/>
          <pc:sldMk cId="3093198887" sldId="298"/>
        </pc:sldMkLst>
      </pc:sldChg>
      <pc:sldChg chg="mod setBg">
        <pc:chgData name="annaasgaraly@ibm.com" userId="" providerId="" clId="Web-{10340FDF-B15C-4CFF-B487-146F9B98A252}" dt="2021-08-10T21:46:43.870" v="26"/>
        <pc:sldMkLst>
          <pc:docMk/>
          <pc:sldMk cId="733461713" sldId="321"/>
        </pc:sldMkLst>
      </pc:sldChg>
      <pc:sldChg chg="modSp mod setBg">
        <pc:chgData name="annaasgaraly@ibm.com" userId="" providerId="" clId="Web-{10340FDF-B15C-4CFF-B487-146F9B98A252}" dt="2021-08-10T21:42:44.994" v="17" actId="1076"/>
        <pc:sldMkLst>
          <pc:docMk/>
          <pc:sldMk cId="1277611629" sldId="327"/>
        </pc:sldMkLst>
        <pc:spChg chg="mod">
          <ac:chgData name="annaasgaraly@ibm.com" userId="" providerId="" clId="Web-{10340FDF-B15C-4CFF-B487-146F9B98A252}" dt="2021-08-10T21:42:44.994" v="17" actId="1076"/>
          <ac:spMkLst>
            <pc:docMk/>
            <pc:sldMk cId="1277611629" sldId="327"/>
            <ac:spMk id="6" creationId="{2C36AF9D-A911-994B-90EA-013D4CDA5604}"/>
          </ac:spMkLst>
        </pc:spChg>
      </pc:sldChg>
      <pc:sldChg chg="modSp mod setBg">
        <pc:chgData name="annaasgaraly@ibm.com" userId="" providerId="" clId="Web-{10340FDF-B15C-4CFF-B487-146F9B98A252}" dt="2021-08-10T21:41:36.353" v="12" actId="1076"/>
        <pc:sldMkLst>
          <pc:docMk/>
          <pc:sldMk cId="661040741" sldId="329"/>
        </pc:sldMkLst>
        <pc:picChg chg="mod">
          <ac:chgData name="annaasgaraly@ibm.com" userId="" providerId="" clId="Web-{10340FDF-B15C-4CFF-B487-146F9B98A252}" dt="2021-08-10T21:41:36.338" v="9" actId="1076"/>
          <ac:picMkLst>
            <pc:docMk/>
            <pc:sldMk cId="661040741" sldId="329"/>
            <ac:picMk id="8" creationId="{F88AB437-E43C-436D-B35E-51887C103800}"/>
          </ac:picMkLst>
        </pc:picChg>
        <pc:picChg chg="mod">
          <ac:chgData name="annaasgaraly@ibm.com" userId="" providerId="" clId="Web-{10340FDF-B15C-4CFF-B487-146F9B98A252}" dt="2021-08-10T21:41:36.338" v="10" actId="1076"/>
          <ac:picMkLst>
            <pc:docMk/>
            <pc:sldMk cId="661040741" sldId="329"/>
            <ac:picMk id="9" creationId="{89FBF71A-DDF5-4BAA-B9B5-91B4675FF80E}"/>
          </ac:picMkLst>
        </pc:picChg>
        <pc:picChg chg="mod">
          <ac:chgData name="annaasgaraly@ibm.com" userId="" providerId="" clId="Web-{10340FDF-B15C-4CFF-B487-146F9B98A252}" dt="2021-08-10T21:41:36.338" v="11" actId="1076"/>
          <ac:picMkLst>
            <pc:docMk/>
            <pc:sldMk cId="661040741" sldId="329"/>
            <ac:picMk id="10" creationId="{225AE237-9A47-4E0B-AE8A-DD0CED30B39D}"/>
          </ac:picMkLst>
        </pc:picChg>
        <pc:picChg chg="mod">
          <ac:chgData name="annaasgaraly@ibm.com" userId="" providerId="" clId="Web-{10340FDF-B15C-4CFF-B487-146F9B98A252}" dt="2021-08-10T21:41:36.353" v="12" actId="1076"/>
          <ac:picMkLst>
            <pc:docMk/>
            <pc:sldMk cId="661040741" sldId="329"/>
            <ac:picMk id="11" creationId="{E1021DDF-7C74-4FD8-AE38-AFFCC057C8C2}"/>
          </ac:picMkLst>
        </pc:picChg>
      </pc:sldChg>
      <pc:sldChg chg="delSp">
        <pc:chgData name="annaasgaraly@ibm.com" userId="" providerId="" clId="Web-{10340FDF-B15C-4CFF-B487-146F9B98A252}" dt="2021-08-10T21:41:45.322" v="13"/>
        <pc:sldMkLst>
          <pc:docMk/>
          <pc:sldMk cId="724038033" sldId="330"/>
        </pc:sldMkLst>
        <pc:picChg chg="del">
          <ac:chgData name="annaasgaraly@ibm.com" userId="" providerId="" clId="Web-{10340FDF-B15C-4CFF-B487-146F9B98A252}" dt="2021-08-10T21:41:45.322" v="13"/>
          <ac:picMkLst>
            <pc:docMk/>
            <pc:sldMk cId="724038033" sldId="330"/>
            <ac:picMk id="5" creationId="{CB1F49FF-991F-486B-915B-B77CF4EFA4FC}"/>
          </ac:picMkLst>
        </pc:picChg>
      </pc:sldChg>
      <pc:sldChg chg="delSp">
        <pc:chgData name="annaasgaraly@ibm.com" userId="" providerId="" clId="Web-{10340FDF-B15C-4CFF-B487-146F9B98A252}" dt="2021-08-10T21:41:47.681" v="14"/>
        <pc:sldMkLst>
          <pc:docMk/>
          <pc:sldMk cId="1980221439" sldId="331"/>
        </pc:sldMkLst>
        <pc:picChg chg="del">
          <ac:chgData name="annaasgaraly@ibm.com" userId="" providerId="" clId="Web-{10340FDF-B15C-4CFF-B487-146F9B98A252}" dt="2021-08-10T21:41:47.681" v="14"/>
          <ac:picMkLst>
            <pc:docMk/>
            <pc:sldMk cId="1980221439" sldId="331"/>
            <ac:picMk id="2" creationId="{8A66F7ED-A8F1-451C-8775-2EC870DFBB7B}"/>
          </ac:picMkLst>
        </pc:picChg>
      </pc:sldChg>
      <pc:sldChg chg="delSp">
        <pc:chgData name="annaasgaraly@ibm.com" userId="" providerId="" clId="Web-{10340FDF-B15C-4CFF-B487-146F9B98A252}" dt="2021-08-10T21:41:49.431" v="15"/>
        <pc:sldMkLst>
          <pc:docMk/>
          <pc:sldMk cId="2560061391" sldId="332"/>
        </pc:sldMkLst>
        <pc:picChg chg="del">
          <ac:chgData name="annaasgaraly@ibm.com" userId="" providerId="" clId="Web-{10340FDF-B15C-4CFF-B487-146F9B98A252}" dt="2021-08-10T21:41:49.431" v="15"/>
          <ac:picMkLst>
            <pc:docMk/>
            <pc:sldMk cId="2560061391" sldId="332"/>
            <ac:picMk id="3" creationId="{5183A175-625A-4E5B-9091-5DB0C0491680}"/>
          </ac:picMkLst>
        </pc:pic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D167474-952B-AC43-BEC3-541C80E3FD9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936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6DC1C6-1287-2C4A-84C8-98EFD82F9A6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936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1B1DFE-DEC1-F84C-B64B-0BC4AFB87332}" type="datetimeFigureOut">
              <a:rPr lang="en-US" smtClean="0"/>
              <a:t>1/27/22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322D0-710C-764D-ADE9-C566FF3B05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63713"/>
            <a:ext cx="2971800" cy="936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2A2AE0-FDA0-1248-8D07-A5244E897E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1763713"/>
            <a:ext cx="2971800" cy="936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91E733-BECA-E944-9B7F-321864631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0155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1/27/22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3152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2750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9665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50334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DF747-B622-7F48-9215-C3A606BDE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729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CE525-4063-4C4F-8334-FBA02DB69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4EC97-9D34-BE48-9367-02F3BA148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BB8E19-FEF2-7A4B-8575-5AFEB134BC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3A4E28-3138-784C-8CBB-8586D8EE0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B07D0F-3645-6B43-9AD7-762199572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837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63CE8-FC8A-B648-971E-6DC96997A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634958-58AE-3F4E-8C00-440B25A937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872462-6007-A64A-86E6-F5ED46C87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379FD-EE00-8243-9FA5-BC4C116FA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72C754-6A4A-424A-B972-C341147C4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1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B8FC9-14F0-064F-BEB7-9DA0B58221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565333-3885-5246-9997-584B944334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A3D495-0AB7-4245-BD03-FEF725EE8B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A3532B-22A8-4948-8614-690AB67FC7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45A5D6-868E-4849-A5DA-84702CEDF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682E35-43FC-E946-AA84-7E00546A2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983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14121-1457-7D45-BFFD-BECD66497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E09A76-C125-0945-BCD8-FF2A0498A5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B142CC-BC3F-664E-A6C2-3854B8D4E8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FA8D54-9ED9-E345-B69E-FF5D485B13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9B295F-F3C2-5646-A5F3-194FE6EFEB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516157-5FC9-E841-A6FC-14EBCFDEC6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44E072-D5B7-D647-82C0-40BEAE857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A73D6E-2A82-7344-BB8C-513E6DA4E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103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9B4CE-9E7B-564C-A6C3-DCABF996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F8A31D-92A5-DF47-9C3A-9F9C1CF8FC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E7EADA-8BC4-974C-BBA1-7390F15FD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9EC0A8-C281-FF40-A774-EAF6089BB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588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027EBC-C9EC-5844-B3BF-5151B2F70E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F664BF-C7CE-DC46-9D6D-A9335EE9D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AAD4E-B732-E349-8793-C20A3D6B7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628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3A651-FEEA-2140-82D8-9C06A36F9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2DAEA-C881-354D-A17E-2A95857F0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2148C2-62EB-B446-BB7C-69F5E48064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14D069-D155-9141-9045-DB41904753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0EE34C-EABB-6848-A341-7CA0C2937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C04AAD-C125-DD44-8102-9F2882080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3519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D611A-FFDF-C848-A433-C5B125C40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6C0E97-AC3D-784B-96B7-0D18B5A35A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B37986-0214-C348-AB5F-D54BF28810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6860A9-8610-9347-BAE7-F23CCA13E5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249D7C-BCAA-DE44-AE89-5178DA8D8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5319C3-A65D-764B-BD49-57D0082AE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3135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DD383-EB92-5540-96BB-199B7760E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FED7B-4DA5-4346-B7E2-D18782430F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2B5F2C-52A9-3047-A473-9FFC051518A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041C9-0677-664D-B2BB-69B0A6A70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B34EA4-D670-2C41-9EF4-392023D22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549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05DB93-A58E-714C-BD6E-76F1D21AEA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F83819-F149-7645-A0DD-B53DD9D848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FB065F-A67E-EF4E-A12F-EB30F584E4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6E9D5F-8CC5-8740-9426-35E9D812F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1DE0B-93CB-5C41-B581-C00D0F9F7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294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8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D30FDD2-E0CC-3E4C-A49E-91BE8BE036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078290"/>
      </p:ext>
    </p:extLst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119083-F06C-6F4F-9852-321B8C953C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210309"/>
      </p:ext>
    </p:extLst>
  </p:cSld>
  <p:clrMapOvr>
    <a:masterClrMapping/>
  </p:clrMapOvr>
  <p:transition spd="slow">
    <p:push dir="u"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5B246-E282-3742-BD72-B1BCDC5A6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rgbClr val="1C7DDB"/>
                </a:solidFill>
                <a:latin typeface="Abadi" panose="020B0604020104020204" pitchFamily="34" charset="0"/>
              </a:defRPr>
            </a:lvl1pPr>
          </a:lstStyle>
          <a:p>
            <a:fld id="{A190C97C-0095-2443-AC12-FA4CBA4ACD4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310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  <p:sldLayoutId id="2147483694" r:id="rId12"/>
    <p:sldLayoutId id="2147483695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jpe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jpe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C36AF9D-A911-994B-90EA-013D4CDA5604}"/>
              </a:ext>
            </a:extLst>
          </p:cNvPr>
          <p:cNvSpPr txBox="1"/>
          <p:nvPr/>
        </p:nvSpPr>
        <p:spPr>
          <a:xfrm>
            <a:off x="731520" y="2103120"/>
            <a:ext cx="10515600" cy="38404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182B49"/>
                </a:solidFill>
                <a:latin typeface="Calibri"/>
              </a:defRPr>
            </a:pPr>
            <a:r>
              <a:t>SpaceX Falcon 9 First Stage Landing Prediction</a:t>
            </a:r>
          </a:p>
          <a:p>
            <a:pPr>
              <a:spcAft>
                <a:spcPts val="2200"/>
              </a:spcAft>
              <a:defRPr sz="2000">
                <a:solidFill>
                  <a:srgbClr val="1F6EA5"/>
                </a:solidFill>
                <a:latin typeface="Calibri"/>
              </a:defRPr>
            </a:pPr>
            <a:r>
              <a:t>IBM Applied Data Science Capstone Final Report</a:t>
            </a:r>
          </a:p>
          <a:p>
            <a:pPr>
              <a:spcAft>
                <a:spcPts val="400"/>
              </a:spcAft>
              <a:defRPr sz="1400" b="1">
                <a:solidFill>
                  <a:srgbClr val="28323C"/>
                </a:solidFill>
                <a:latin typeface="Calibri"/>
              </a:defRPr>
            </a:pPr>
            <a:r>
              <a:t>Author: Heet Patel | IBM Data Science Professional Certificate</a:t>
            </a:r>
          </a:p>
          <a:p>
            <a:pPr>
              <a:spcAft>
                <a:spcPts val="800"/>
              </a:spcAft>
              <a:defRPr sz="1300">
                <a:solidFill>
                  <a:srgbClr val="78828C"/>
                </a:solidFill>
                <a:latin typeface="Calibri"/>
              </a:defRPr>
            </a:pPr>
            <a:r>
              <a:t>Submission Format: Completed Presentation in PDF Format | Date: October 2026</a:t>
            </a:r>
          </a:p>
          <a:p>
            <a:pPr>
              <a:defRPr sz="1300" b="1">
                <a:solidFill>
                  <a:srgbClr val="27AE60"/>
                </a:solidFill>
                <a:latin typeface="Calibri"/>
              </a:defRPr>
            </a:pPr>
            <a:r>
              <a:t>GitHub Repository: https://github.com/Heet-116/SpaceX-Falcon9-Landing-Prediction</a:t>
            </a:r>
          </a:p>
        </p:txBody>
      </p:sp>
      <p:pic>
        <p:nvPicPr>
          <p:cNvPr id="2" name="Picture 2" descr="IBM Skills Network Logo - Horizontal-noai copy.png">
            <a:extLst>
              <a:ext uri="{FF2B5EF4-FFF2-40B4-BE49-F238E27FC236}">
                <a16:creationId xmlns:a16="http://schemas.microsoft.com/office/drawing/2014/main" id="{4F94DBE5-2DCC-401E-95AA-12E04A97F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820" y="676828"/>
            <a:ext cx="2104103" cy="629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611629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fld id="{5075537C-CA84-1446-933C-8E9D027F920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EF1473-3ADD-43F1-A495-57AAB7FD902F}"/>
              </a:ext>
            </a:extLst>
          </p:cNvPr>
          <p:cNvSpPr txBox="1">
            <a:spLocks/>
          </p:cNvSpPr>
          <p:nvPr/>
        </p:nvSpPr>
        <p:spPr>
          <a:xfrm>
            <a:off x="958697" y="2113240"/>
            <a:ext cx="5167086" cy="3320824"/>
          </a:xfrm>
          <a:prstGeom prst="rect">
            <a:avLst/>
          </a:prstGeom>
        </p:spPr>
        <p:txBody>
          <a:bodyPr lIns="91440" tIns="45720" rIns="91440" bIns="45720" anchor="t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300" b="1">
                <a:solidFill>
                  <a:srgbClr val="182B49"/>
                </a:solidFill>
                <a:latin typeface="Calibri"/>
              </a:defRPr>
            </a:pPr>
            <a:r>
              <a:t>Table of Contents &amp; Project Roadmap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200" b="1">
                <a:solidFill>
                  <a:srgbClr val="1F6EA5"/>
                </a:solidFill>
                <a:latin typeface="Calibri"/>
              </a:defRPr>
            </a:pPr>
            <a:r>
              <a:t>Executive Summary &amp; Introduction</a:t>
            </a:r>
          </a:p>
          <a:p>
            <a:pPr>
              <a:spcAft>
                <a:spcPts val="250"/>
              </a:spcAft>
              <a:defRPr sz="1100">
                <a:solidFill>
                  <a:srgbClr val="28323C"/>
                </a:solidFill>
                <a:latin typeface="Calibri"/>
              </a:defRPr>
            </a:pPr>
            <a:r>
              <a:t>• Executive Summary: Complete summary of methodologies and quantitative results</a:t>
            </a:r>
          </a:p>
          <a:p>
            <a:pPr>
              <a:spcAft>
                <a:spcPts val="250"/>
              </a:spcAft>
              <a:defRPr sz="1100">
                <a:solidFill>
                  <a:srgbClr val="28323C"/>
                </a:solidFill>
                <a:latin typeface="Calibri"/>
              </a:defRPr>
            </a:pPr>
            <a:r>
              <a:t>• Introduction: Commercial spaceflight background, reusable economics, and research questions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200" b="1">
                <a:solidFill>
                  <a:srgbClr val="1F6EA5"/>
                </a:solidFill>
                <a:latin typeface="Calibri"/>
              </a:defRPr>
            </a:pPr>
            <a:r>
              <a:t>Data Science Methodologies</a:t>
            </a:r>
          </a:p>
          <a:p>
            <a:pPr>
              <a:spcAft>
                <a:spcPts val="250"/>
              </a:spcAft>
              <a:defRPr sz="1100">
                <a:solidFill>
                  <a:srgbClr val="28323C"/>
                </a:solidFill>
                <a:latin typeface="Calibri"/>
              </a:defRPr>
            </a:pPr>
            <a:r>
              <a:t>• Data Collection &amp; Data Wrangling: SpaceX REST API, Wikipedia scraping, and data wrangling</a:t>
            </a:r>
          </a:p>
          <a:p>
            <a:pPr>
              <a:spcAft>
                <a:spcPts val="250"/>
              </a:spcAft>
              <a:defRPr sz="1100">
                <a:solidFill>
                  <a:srgbClr val="28323C"/>
                </a:solidFill>
                <a:latin typeface="Calibri"/>
              </a:defRPr>
            </a:pPr>
            <a:r>
              <a:t>• Exploratory Data Analysis: Data visualization (Matplotlib/Seaborn) and SQL queries (SQLite)</a:t>
            </a:r>
          </a:p>
          <a:p>
            <a:pPr>
              <a:spcAft>
                <a:spcPts val="250"/>
              </a:spcAft>
              <a:defRPr sz="1100">
                <a:solidFill>
                  <a:srgbClr val="28323C"/>
                </a:solidFill>
                <a:latin typeface="Calibri"/>
              </a:defRPr>
            </a:pPr>
            <a:r>
              <a:t>• Interactive Visual Analytics: Folium geospatial maps and Plotly Dash interactive dashboard</a:t>
            </a:r>
          </a:p>
          <a:p>
            <a:pPr>
              <a:spcAft>
                <a:spcPts val="250"/>
              </a:spcAft>
              <a:defRPr sz="1100">
                <a:solidFill>
                  <a:srgbClr val="28323C"/>
                </a:solidFill>
                <a:latin typeface="Calibri"/>
              </a:defRPr>
            </a:pPr>
            <a:r>
              <a:t>• Predictive Analysis (Classification): Machine learning models, GridSearchCV, and tuning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200" b="1">
                <a:solidFill>
                  <a:srgbClr val="1F6EA5"/>
                </a:solidFill>
                <a:latin typeface="Calibri"/>
              </a:defRPr>
            </a:pPr>
            <a:r>
              <a:t>Results, Conclusions &amp; Appendix</a:t>
            </a:r>
          </a:p>
          <a:p>
            <a:pPr>
              <a:spcAft>
                <a:spcPts val="250"/>
              </a:spcAft>
              <a:defRPr sz="1100">
                <a:solidFill>
                  <a:srgbClr val="28323C"/>
                </a:solidFill>
                <a:latin typeface="Calibri"/>
              </a:defRPr>
            </a:pPr>
            <a:r>
              <a:t>• Comprehensive Results: EDA visualizations, 10 SQL query results, Folium maps, Dash app, and ML metrics</a:t>
            </a:r>
          </a:p>
          <a:p>
            <a:pPr>
              <a:spcAft>
                <a:spcPts val="250"/>
              </a:spcAft>
              <a:defRPr sz="1100">
                <a:solidFill>
                  <a:srgbClr val="28323C"/>
                </a:solidFill>
                <a:latin typeface="Calibri"/>
              </a:defRPr>
            </a:pPr>
            <a:r>
              <a:t>• Conclusions &amp; Innovative Insights: Technology trajectory, cost dynamics, and commercial bidding strategy</a:t>
            </a:r>
          </a:p>
          <a:p>
            <a:pPr>
              <a:spcAft>
                <a:spcPts val="250"/>
              </a:spcAft>
              <a:defRPr sz="1100">
                <a:solidFill>
                  <a:srgbClr val="28323C"/>
                </a:solidFill>
                <a:latin typeface="Calibri"/>
              </a:defRPr>
            </a:pPr>
            <a:r>
              <a:t>• Appendix: Data dictionary, technology stack, and verified GitHub repository deliverables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Outline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</p:spTree>
    <p:extLst>
      <p:ext uri="{BB962C8B-B14F-4D97-AF65-F5344CB8AC3E}">
        <p14:creationId xmlns:p14="http://schemas.microsoft.com/office/powerpoint/2010/main" val="724038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5075537C-CA84-1446-933C-8E9D027F9201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EF1473-3ADD-43F1-A495-57AAB7FD902F}"/>
              </a:ext>
            </a:extLst>
          </p:cNvPr>
          <p:cNvSpPr txBox="1">
            <a:spLocks/>
          </p:cNvSpPr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</p:spPr>
        <p:txBody>
          <a:bodyPr lIns="91440" tIns="45720" rIns="91440" bIns="45720" anchor="t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200" b="1">
                <a:solidFill>
                  <a:srgbClr val="182B49"/>
                </a:solidFill>
                <a:latin typeface="Calibri"/>
              </a:defRPr>
            </a:pPr>
            <a:r>
              <a:t>Executive Summary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Summary of Methodologies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Data Collection &amp; Wrangling: Ingested 90 Falcon 9 launches via SpaceX REST API v4 and scraped historical Wikipedia launch logs with BeautifulSoup. Imputed null payload values with mean (6,105 kg) and engineered a binary 'Class' landing target (1 = Success, 0 = Failure). Expanded categorical features via one-hot encoding into 83 numeric columns.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Exploratory Data Analysis: Analyzed correlations between payload mass, launch site, flight cadence, and orbit types using Matplotlib/Seaborn; executed 10 complex SQL queries on SQLite database table 'SPACEXTBL' to isolate operational milestones, customer payloads, and booster variants.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Interactive Analytics: Built Folium maps with marker clusters and Haversine proximity calculations to coastal/transport infrastructure; engineered a responsive Plotly Dash dashboard with payload range sliders and site dropdowns.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Predictive Modeling: Standardized 83 features via StandardScaler; trained 4 classification models (Logistic Regression, SVM, Decision Tree, KNN) optimized using 10-fold cross-validation GridSearchCV.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Summary of All Results &amp; Business Insights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Overall Success Rate: 66.7% across all 90 launches; success escalated from 0% (2010-2012) to &gt;80% (2018-2020) driven by Falcon 9 Block 5 reusability enhancements.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Best Launch Complex: KSC LC-39A achieved the highest success rate of 76.9% and contributed 41.7% of all successful first-stage recoveries.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Predictive Performance: All 4 machine learning models achieved 83.33% Test Accuracy. Crucially, the models achieved 100% Recall (0 False Negatives) for successful landings, preventing costly discard of recoverable boosters.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Commercial Utility: Enables competitor launch providers and commercial satellite operators to predict SpaceX booster recovery likelihood, informing competitive pricing against SpaceX's $62M rate.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Executive Summary</a:t>
            </a:r>
            <a:endParaRPr lang="en-US">
              <a:solidFill>
                <a:srgbClr val="0B49CB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</p:spTree>
    <p:extLst>
      <p:ext uri="{BB962C8B-B14F-4D97-AF65-F5344CB8AC3E}">
        <p14:creationId xmlns:p14="http://schemas.microsoft.com/office/powerpoint/2010/main" val="1980221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5075537C-CA84-1446-933C-8E9D027F9201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 dirty="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828068" y="538650"/>
            <a:ext cx="10530114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Introduction</a:t>
            </a:r>
            <a:endParaRPr lang="en-US">
              <a:solidFill>
                <a:srgbClr val="0B49CB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E999A1B-8752-489F-A63B-EA2F60186B52}"/>
              </a:ext>
            </a:extLst>
          </p:cNvPr>
          <p:cNvSpPr txBox="1">
            <a:spLocks/>
          </p:cNvSpPr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400"/>
              </a:spcBef>
              <a:spcAft>
                <a:spcPts val="400"/>
              </a:spcAft>
              <a:defRPr sz="1250" b="1">
                <a:solidFill>
                  <a:srgbClr val="182B49"/>
                </a:solidFill>
                <a:latin typeface="Calibri"/>
              </a:defRPr>
            </a:pPr>
            <a:r>
              <a:t>Introduction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50" b="1">
                <a:solidFill>
                  <a:srgbClr val="1F6EA5"/>
                </a:solidFill>
                <a:latin typeface="Calibri"/>
              </a:defRPr>
            </a:pPr>
            <a:r>
              <a:t>Project Background &amp; Context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Commercial Space Revolution: SpaceX has transformed the aerospace industry by developing orbital-class reusable rocket boosters, drastically reducing the cost of reaching space.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Economic Disruption: Traditional expendable rocket launches cost upwards of $165+ million. In contrast, SpaceX advertises Falcon 9 launches at approximately $62 million, achieving savings by recovering and reusing the first stage booster.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Value of Recovery: The first-stage booster represents ~70% of total rocket manufacturing cost. Reusing boosters multiple times amortizes production capital and yields unprecedented commercial margins.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50" b="1">
                <a:solidFill>
                  <a:srgbClr val="1F6EA5"/>
                </a:solidFill>
                <a:latin typeface="Calibri"/>
              </a:defRPr>
            </a:pPr>
            <a:r>
              <a:t>Problems to Find Answers (Core Research Questions)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1. Recovery Determinants: How do payload mass, target orbital profile, launch site geography, and booster flight cadence influence first-stage landing success?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2. Geospatial Patterns: Why are launch complexes positioned along specific coastlines, and how do distances to transport and cities affect operational safety?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3. Predictive Feasibility: Can supervised machine learning classification algorithms accurately predict first-stage landing outcomes prior to liftoff?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4. Commercial Bidding Strategy: How can competitor launch providers and commercial satellite operators leverage predictive analytics to optimize pricing and contract bidding against SpaceX?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</p:spTree>
    <p:extLst>
      <p:ext uri="{BB962C8B-B14F-4D97-AF65-F5344CB8AC3E}">
        <p14:creationId xmlns:p14="http://schemas.microsoft.com/office/powerpoint/2010/main" val="2560061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1BF29A-91D2-784B-9589-F5A388316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356350"/>
            <a:ext cx="2743200" cy="365125"/>
          </a:xfrm>
        </p:spPr>
        <p:txBody>
          <a:bodyPr/>
          <a:lstStyle/>
          <a:p>
            <a:fld id="{5075537C-CA84-1446-933C-8E9D027F9201}" type="slidenum">
              <a:rPr lang="en-US" smtClean="0"/>
              <a:t>5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393D11-6810-B94E-A01A-A2D00E82E738}"/>
              </a:ext>
            </a:extLst>
          </p:cNvPr>
          <p:cNvSpPr txBox="1"/>
          <p:nvPr/>
        </p:nvSpPr>
        <p:spPr>
          <a:xfrm>
            <a:off x="765313" y="2812774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pPr>
              <a:defRPr sz="2800" b="1">
                <a:solidFill>
                  <a:srgbClr val="182B49"/>
                </a:solidFill>
              </a:defRPr>
            </a:pPr>
            <a:r>
              <a:t>Section 1: Data Collection &amp; Data Wrangling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B49"/>
                </a:solidFill>
              </a:defRPr>
            </a:pPr>
            <a:r>
              <a:t>Section 1: Data Collection &amp; Data Wrangling Methodology</a:t>
            </a:r>
          </a:p>
        </p:txBody>
      </p:sp>
    </p:spTree>
    <p:extLst>
      <p:ext uri="{BB962C8B-B14F-4D97-AF65-F5344CB8AC3E}">
        <p14:creationId xmlns:p14="http://schemas.microsoft.com/office/powerpoint/2010/main" val="30931988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92CF01-5F8F-9D43-96B9-A581954BA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6</a:t>
            </a:fld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BFEC426-B615-E549-83E5-140FD588BC64}"/>
              </a:ext>
            </a:extLst>
          </p:cNvPr>
          <p:cNvSpPr txBox="1">
            <a:spLocks/>
          </p:cNvSpPr>
          <p:nvPr/>
        </p:nvSpPr>
        <p:spPr>
          <a:xfrm>
            <a:off x="731520" y="1371600"/>
            <a:ext cx="10515600" cy="4754880"/>
          </a:xfrm>
          <a:prstGeom prst="rect">
            <a:avLst/>
          </a:prstGeom>
        </p:spPr>
        <p:txBody>
          <a:bodyPr lIns="91440" tIns="45720" rIns="91440" bIns="45720" anchor="t" wrap="square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1400"/>
              </a:spcBef>
              <a:spcAft>
                <a:spcPts val="400"/>
              </a:spcAft>
              <a:buNone/>
              <a:defRPr sz="1200" b="1">
                <a:solidFill>
                  <a:srgbClr val="182B49"/>
                </a:solidFill>
                <a:latin typeface="Calibri"/>
              </a:defRPr>
            </a:pPr>
            <a:r>
              <a:t>Methodology Overview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Phase 1: Data Collection &amp; Ingestion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SpaceX REST API v4: Extracted 90+ rocket launch records via JSON endpoints capturing cores, flight numbers, payload specs, and landing pads.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Wikipedia Web Scraping: Scraped historical Falcon 9 launch logs from Wikipedia using BeautifulSoup to extract customers, dates, and mission outcomes.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Phase 2: Data Wrangling &amp; Preprocessing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Identified missing payload values and imputed with mean (6,104.96 kg); mapped raw landing outcomes into binary classification target 'Class' (1 = Success, 0 = Failure).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Applied one-hot encoding on categorical features (Orbit, LaunchSite, LandingPad, Serial), expanding the feature space to 83 numerical columns.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Phase 3: Exploratory Data Analysis (EDA)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Visual Analytics: Analyzed distributions across payload, orbit, and temporal trends using Matplotlib and Seaborn.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SQL Relational Querying: Loaded dataset into SQLite database 'SPACEXTBL' and executed 10 technical SQL queries for aggregated insights and historical milestones.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Phase 4: Interactive Visual Analytics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Folium Geospatial Mapping: Plotted launch complexes with marker clusters and Haversine distance proximity measurements to coastline, transport, and cities.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Plotly Dash Web Dashboard: Engineered a dynamic web dashboard featuring reactive dropdowns and payload range sliders for live slice-and-dice analytics.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Phase 5: Predictive Analysis (Classification)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Feature Standardization: Standardized 83 features via StandardScaler; partitioned data into 80% Train and 20% Test sets (random_state=2).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Hyperparameter Tuning: Tuned Logistic Regression, SVM, Decision Tree, and KNN models using GridSearchCV with 10-fold cross validation.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13C62649-0825-4926-8E2A-2EBCCFE00ECC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Methodology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</p:spTree>
    <p:extLst>
      <p:ext uri="{BB962C8B-B14F-4D97-AF65-F5344CB8AC3E}">
        <p14:creationId xmlns:p14="http://schemas.microsoft.com/office/powerpoint/2010/main" val="1553432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7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1520" y="1371600"/>
            <a:ext cx="10515600" cy="4754880"/>
          </a:xfrm>
          <a:prstGeom prst="rect">
            <a:avLst/>
          </a:prstGeom>
        </p:spPr>
        <p:txBody>
          <a:bodyPr wrap="square"/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250" b="1">
                <a:solidFill>
                  <a:srgbClr val="182B49"/>
                </a:solidFill>
                <a:latin typeface="Calibri"/>
              </a:defRPr>
            </a:pPr>
            <a:r>
              <a:t>Data Collection Methodology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50" b="1">
                <a:solidFill>
                  <a:srgbClr val="1F6EA5"/>
                </a:solidFill>
                <a:latin typeface="Calibri"/>
              </a:defRPr>
            </a:pPr>
            <a:r>
              <a:t>Data Collection Process &amp; Methodology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Multi-Source Ingestion: Data was collected using two distinct methodologies to ensure high fidelity: programmatic REST API calls and web scraping.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SpaceX REST API (JSON): Used Python 'requests' library to call endpoint 'https://api.spacexdata.com/v4/launches/past'. Normalized JSON data with 'pd.json_normalize' and extracted core telemetry (booster serials, flight numbers, gridfins, landing pads, outcome tuples). Filtered specifically for 90 Falcon 9 launches.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Wikipedia Web Scraping (HTML): Extracted historical launch tables from Wikipedia ('List of Falcon 9 and Falcon Heavy launches') using BeautifulSoup. Parsed &lt;th&gt; and &lt;td&gt; tags, removed citation references, sanitized dates, and standardized numerical payload masses.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Consolidation &amp; Quality Assurance: Cross-validated flight numbers and booster serials across both datasets to create a clean, comprehensive dataset.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50" b="1">
                <a:solidFill>
                  <a:srgbClr val="1F6EA5"/>
                </a:solidFill>
                <a:latin typeface="Calibri"/>
              </a:defRPr>
            </a:pPr>
            <a:r>
              <a:t>GitHub Repository Deliverables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Completed API Notebook: https://github.com/Heet-116/SpaceX-Falcon9-Landing-Prediction/blob/main/notebooks/1_SpaceX_Data_Collection_API.ipynb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Completed Scraping Notebook: https://github.com/Heet-116/SpaceX-Falcon9-Landing-Prediction/blob/main/notebooks/2_SpaceX_Data_Collection_Web_Scraping.ipynb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77AC1D2-8B41-4A7A-88CF-41E6B7D8C98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Data Collection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</p:spTree>
    <p:extLst>
      <p:ext uri="{BB962C8B-B14F-4D97-AF65-F5344CB8AC3E}">
        <p14:creationId xmlns:p14="http://schemas.microsoft.com/office/powerpoint/2010/main" val="3288665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8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910262" y="1792288"/>
            <a:ext cx="5461000" cy="4206875"/>
          </a:xfrm>
          <a:prstGeom prst="rect">
            <a:avLst/>
          </a:prstGeom>
          <a:ln>
            <a:solidFill>
              <a:srgbClr val="0B49CB"/>
            </a:solidFill>
            <a:prstDash val="dash"/>
          </a:ln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0AB2AC-B7E6-6849-9AE9-697369407F8F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31520" y="1371600"/>
            <a:ext cx="4572000" cy="4754880"/>
          </a:xfrm>
          <a:prstGeom prst="rect">
            <a:avLst/>
          </a:prstGeom>
        </p:spPr>
        <p:txBody>
          <a:bodyPr vert="horz" lIns="91440" tIns="45720" rIns="91440" bIns="45720" rtlCol="0" anchor="t"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200" b="1">
                <a:solidFill>
                  <a:srgbClr val="182B49"/>
                </a:solidFill>
                <a:latin typeface="Calibri"/>
              </a:defRPr>
            </a:pPr>
            <a:r>
              <a:t>Data Collection – SpaceX API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SpaceX REST API Data Collection Methodology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API Endpoint: https://api.spacexdata.com/v4/launches/past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JSON Normalization: Used requests.get() and pd.json_normalize() to parse complex nested JSON response structures.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Telemetry Fields: Extracted rocket specifications, launchpad IDs, flight numbers, payload mass, destination orbit, and core telemetry.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Filtering: Filtered dataset strictly for Falcon 9 launches (excluding Falcon 1 and Falcon Heavy multi-core missions), yielding 90 launches.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Output: Structured DataFrame of 90 records with 17 initial features.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GitHub URL Reference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Completed Notebook: notebooks/1_SpaceX_Data_Collection_API.ipynb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URL: https://github.com/Heet-116/SpaceX-Falcon9-Landing-Prediction/blob/main/notebooks/1_SpaceX_Data_Collection_API.ipynb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066AA34-20EE-4A59-B343-346A8DB5667C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Data Collection – SpaceX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pic>
        <p:nvPicPr>
          <p:cNvPr id="8" name="Picture 7" descr="flowchart_ap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463040"/>
            <a:ext cx="493776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160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0AB2AC-B7E6-6849-9AE9-697369407F8F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31520" y="1371600"/>
            <a:ext cx="4572000" cy="4754880"/>
          </a:xfrm>
          <a:prstGeom prst="rect">
            <a:avLst/>
          </a:prstGeom>
        </p:spPr>
        <p:txBody>
          <a:bodyPr lIns="91440" tIns="45720" rIns="91440" bIns="45720" anchor="t" wrap="square">
            <a:no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200" b="1">
                <a:solidFill>
                  <a:srgbClr val="182B49"/>
                </a:solidFill>
                <a:latin typeface="Calibri"/>
              </a:defRPr>
            </a:pPr>
            <a:r>
              <a:t>Data Collection - Scraping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Wikipedia Web Scraping Methodology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Target Archive: Wikipedia List of Falcon 9 and Falcon Heavy launches.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HTML Parsing: Employed BeautifulSoup to traverse DOM elements, identifying target launch tables with class='wikitable'.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Data Extraction: Iterated over table rows (&lt;tr&gt;) and data cells (&lt;td&gt;), extracting Flight No., Date, Booster Version, Launch Site, Payload, Orbit, Customer, and Outcome.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Data Sanitization: Utilized regular expressions to strip superscript citations, handle irregular dates, and cast string payload masses to floats.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Consolidation: Formed structured DataFrame ready for data wrangling.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GitHub URL Reference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Completed Notebook: notebooks/2_SpaceX_Data_Collection_Web_Scraping.ipynb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URL: https://github.com/Heet-116/SpaceX-Falcon9-Landing-Prediction/blob/main/notebooks/2_SpaceX_Data_Collection_Web_Scraping.ipynb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B84506E-0B2F-4BA8-892E-8CE3753AF954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Data Collection - Scraping</a:t>
            </a:r>
            <a:endParaRPr lang="en-US">
              <a:solidFill>
                <a:srgbClr val="1C7DDB"/>
              </a:solidFill>
              <a:latin typeface="Abadi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84F5ABFD-B4D4-43FF-959F-AFAF45B45269}"/>
              </a:ext>
            </a:extLst>
          </p:cNvPr>
          <p:cNvSpPr txBox="1">
            <a:spLocks/>
          </p:cNvSpPr>
          <p:nvPr/>
        </p:nvSpPr>
        <p:spPr>
          <a:xfrm>
            <a:off x="922411" y="6910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Data Collection - Scraping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8B78C759-C687-440F-8CAE-D3071F1AB630}"/>
              </a:ext>
            </a:extLst>
          </p:cNvPr>
          <p:cNvSpPr txBox="1">
            <a:spLocks/>
          </p:cNvSpPr>
          <p:nvPr/>
        </p:nvSpPr>
        <p:spPr>
          <a:xfrm>
            <a:off x="5910262" y="1792288"/>
            <a:ext cx="5461000" cy="4206875"/>
          </a:xfrm>
          <a:prstGeom prst="rect">
            <a:avLst/>
          </a:prstGeom>
          <a:ln>
            <a:solidFill>
              <a:srgbClr val="0B49CB"/>
            </a:solidFill>
            <a:prstDash val="dash"/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200" dirty="0">
              <a:solidFill>
                <a:srgbClr val="1C7DDB"/>
              </a:solidFill>
              <a:latin typeface="Abad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pic>
        <p:nvPicPr>
          <p:cNvPr id="13" name="Picture 12" descr="flowchart_scrap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463040"/>
            <a:ext cx="493776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553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021CA9-7CB7-1046-8FA0-21F127C19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10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1520" y="1371600"/>
            <a:ext cx="4572000" cy="4754880"/>
          </a:xfrm>
          <a:prstGeom prst="rect">
            <a:avLst/>
          </a:prstGeom>
        </p:spPr>
        <p:txBody>
          <a:bodyPr wrap="square"/>
          <a:lstStyle/>
          <a:p>
            <a:pPr>
              <a:spcAft>
                <a:spcPts val="400"/>
              </a:spcAft>
              <a:defRPr sz="1200" b="1">
                <a:solidFill>
                  <a:srgbClr val="182B49"/>
                </a:solidFill>
                <a:latin typeface="Calibri"/>
              </a:defRPr>
            </a:pPr>
            <a:r>
              <a:t>Data Wrangling Methodology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Data Wrangling &amp; Feature Engineering Methodology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Missing Value Imputation: Detected 5 missing values in 'PayloadMass'; imputed with dataset mean (6,104.96 kg) to retain all 90 records.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Target Variable Labeling: Evaluated landing outcome tuples: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Success (Class = 1): True RTLS, True ASDS, True Ocean (60 launches, 66.7%).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Failure (Class = 0): False RTLS, False ASDS, False Ocean, None ASDS, None None (30 launches, 33.3%).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One-Hot Encoding: Applied pd.get_dummies to categorical columns ('Orbit', 'LaunchSite', 'LandingPad', 'Serial'), producing 83 numeric predictor columns.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GitHub URL Reference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Completed Notebook: notebooks/3_SpaceX_Data_Wrangling.ipynb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URL: https://github.com/Heet-116/SpaceX-Falcon9-Landing-Prediction/blob/main/notebooks/3_SpaceX_Data_Wrangling.ipynb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A665A13-3129-46DF-B847-F273F3E96BE6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Data Wrangling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pic>
        <p:nvPicPr>
          <p:cNvPr id="10" name="Picture 9" descr="flowchart_wrang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463040"/>
            <a:ext cx="493776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552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4E03D3-761E-7549-A4C6-7E585EBC4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11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1520" y="1371600"/>
            <a:ext cx="10515600" cy="4754880"/>
          </a:xfrm>
          <a:prstGeom prst="rect">
            <a:avLst/>
          </a:prstGeom>
        </p:spPr>
        <p:txBody>
          <a:bodyPr lIns="91440" tIns="45720" rIns="91440" bIns="45720" anchor="t" wrap="square"/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250" b="1">
                <a:solidFill>
                  <a:srgbClr val="182B49"/>
                </a:solidFill>
                <a:latin typeface="Calibri"/>
              </a:defRPr>
            </a:pPr>
            <a:r>
              <a:t>EDA and Data Visualization Methodology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50" b="1">
                <a:solidFill>
                  <a:srgbClr val="1F6EA5"/>
                </a:solidFill>
                <a:latin typeface="Calibri"/>
              </a:defRPr>
            </a:pPr>
            <a:r>
              <a:t>EDA with Data Visualization Methodology &amp; Rationale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Analytical Framework: Visual analytics executed using Pandas, Matplotlib, and Seaborn to understand bivariate interactions and success drivers.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Charts Plotted and Analytical Justification: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  1. Flight Number vs. Launch Site: Scatter plot to observe temporal launch migration across launch pads and trace landing reliability over time.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  2. Payload Mass vs. Launch Site: Scatter plot to identify payload capabilities and landing success rates per launch complex.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  3. Success Rate vs. Orbit Type: Bar chart to quantify recovery probability across 11 orbital mission profiles (e.g., LEO, GTO, VLEO).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  4. Flight Number vs. Orbit Type: Scatter plot to visualize orbital cadence changes (early LEO/GTO transitioning to high-frequency VLEO Starlink).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  5. Payload Mass vs. Orbit Type: Scatter plot to assess payload-energy limits and booster propellant recovery feasibility.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  6. Launch Success Yearly Trend: Temporal line plot to quantify SpaceX's engineering learning curve and success rate escalation from 2010 to 2020.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50" b="1">
                <a:solidFill>
                  <a:srgbClr val="1F6EA5"/>
                </a:solidFill>
                <a:latin typeface="Calibri"/>
              </a:defRPr>
            </a:pPr>
            <a:r>
              <a:t>GitHub URL Reference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Completed Notebook: notebooks/4_SpaceX_EDA_Data_Visualization.ipynb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URL: https://github.com/Heet-116/SpaceX-Falcon9-Landing-Prediction/blob/main/notebooks/4_SpaceX_EDA_Data_Visualization.ipynb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9E97D81-A978-4758-8A93-47C19B10407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EDA with Data Visualization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</p:spTree>
    <p:extLst>
      <p:ext uri="{BB962C8B-B14F-4D97-AF65-F5344CB8AC3E}">
        <p14:creationId xmlns:p14="http://schemas.microsoft.com/office/powerpoint/2010/main" val="779971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B1B70-690D-5945-90C2-196E1304B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12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1520" y="1371600"/>
            <a:ext cx="10515600" cy="4754880"/>
          </a:xfrm>
          <a:prstGeom prst="rect">
            <a:avLst/>
          </a:prstGeom>
        </p:spPr>
        <p:txBody>
          <a:bodyPr lIns="91440" tIns="45720" rIns="91440" bIns="45720" anchor="t" wrap="square"/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200" b="1">
                <a:solidFill>
                  <a:srgbClr val="182B49"/>
                </a:solidFill>
                <a:latin typeface="Calibri"/>
              </a:defRPr>
            </a:pPr>
            <a:r>
              <a:t>EDA with SQL Methodology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EDA with SQL Querying Methodology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Database Environment: Loaded 101 historical SpaceX launch records into an SQLite relational database table named 'SPACEXTBL'.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SQL Analytical Objectives: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Data Profiling: Executed SELECT DISTINCT Launch_Site to identify all distinct launch facilities.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Pattern Matching: Applied WHERE Launch_Site LIKE 'CCA%' to extract early Cape Canaveral launches, and Booster_Version LIKE 'F9 v1.1%' to filter booster versions.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Aggregations: Calculated SUM(PAYLOAD_MASS__KG_) for NASA CRS missions and AVG(PAYLOAD_MASS__KG_) for specific booster families.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Chronological Milestones: Used MIN(Date) to determine the exact date of the first successful ground pad landing.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Range Filtering: Isolated successful drone ship landings with payloads BETWEEN 4000 AND 6000 kg.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Subqueries &amp; Extrema: Used WHERE PAYLOAD_MASS__KG_ = (SELECT MAX(...)) to identify boosters carrying maximum payload.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Frequency Grouping &amp; Ranking: Computed landing outcome distributions using GROUP BY and ORDER BY DESC across specific date ranges.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GitHub URL Reference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Completed Notebook: notebooks/5_SpaceX_EDA_SQL.ipynb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URL: https://github.com/Heet-116/SpaceX-Falcon9-Landing-Prediction/blob/main/notebooks/5_SpaceX_EDA_SQL.ipynb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2405FDA-CB27-4506-BA80-B7DD00CB25C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EDA with SQL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</p:spTree>
    <p:extLst>
      <p:ext uri="{BB962C8B-B14F-4D97-AF65-F5344CB8AC3E}">
        <p14:creationId xmlns:p14="http://schemas.microsoft.com/office/powerpoint/2010/main" val="1578726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DB26FF-76AA-124F-92D8-C93C45D21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13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1520" y="1371600"/>
            <a:ext cx="10515600" cy="475488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200" b="1">
                <a:solidFill>
                  <a:srgbClr val="182B49"/>
                </a:solidFill>
                <a:latin typeface="Calibri"/>
              </a:defRPr>
            </a:pPr>
            <a:r>
              <a:t>Interactive Folium Map Methodology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Interactive Folium Geospatial Map Methodology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Geospatial Framework: Utilized Python 'folium' library to build interactive maps centered on US launch complexes.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Map Objects Created and Analytical Rationale: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folium.Map: Initialized baseline satellite and street tile layers centered on Cape Canaveral and Vandenberg coordinates.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folium.Circle &amp; folium.Marker: Plotted launch complexes (CCAFS LC-40, CCAFS SLC-40, KSC LC-39A, VAFB SLC-4E) with coordinate popup labels.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folium.plugins.MarkerCluster: Grouped dense historical launch markers to prevent visual overlapping and dynamically summarize landing outcomes.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Custom Color-Coded Icons: Applied green markers for successful landings and red markers for failures to evaluate spatial performance.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Haversine Distance Calculation &amp; folium.PolyLine: Calculated straight-line distances from launch pads to coastlines, railways, highways, and cities, drawing PolyLines to evaluate safety buffers and supply logistics.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GitHub URL Reference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Completed Notebook: notebooks/6_SpaceX_Interactive_Visual_Analytics_Folium.ipynb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URL: https://github.com/Heet-116/SpaceX-Falcon9-Landing-Prediction/blob/main/notebooks/6_SpaceX_Interactive_Visual_Analytics_Folium.ipynb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28946E4-5BEF-46F0-A56A-E7E85ACA148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Build an Interactive Map with Folium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</p:spTree>
    <p:extLst>
      <p:ext uri="{BB962C8B-B14F-4D97-AF65-F5344CB8AC3E}">
        <p14:creationId xmlns:p14="http://schemas.microsoft.com/office/powerpoint/2010/main" val="1481143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DB26FF-76AA-124F-92D8-C93C45D21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14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1520" y="1371600"/>
            <a:ext cx="10515600" cy="4754880"/>
          </a:xfrm>
          <a:prstGeom prst="rect">
            <a:avLst/>
          </a:prstGeom>
        </p:spPr>
        <p:txBody>
          <a:bodyPr vert="horz" lIns="91440" tIns="45720" rIns="91440" bIns="45720" rtlCol="0" anchor="t"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200" b="1">
                <a:solidFill>
                  <a:srgbClr val="182B49"/>
                </a:solidFill>
                <a:latin typeface="Calibri"/>
              </a:defRPr>
            </a:pPr>
            <a:r>
              <a:t>Plotly Dash Dashboard Methodology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Plotly Dash Interactive Dashboard Methodology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Dashboard Architecture: Developed a responsive, full-stack analytical web dashboard using Dash, dash_core_components, and dash_html_components.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Interactive UI Components &amp; Purpose: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Launch Site Dropdown (dcc.Dropdown): Allows stakeholders to toggle between 'All Sites' and specific complexes (CCAFS LC-40, VAFB SLC-4E, KSC LC-39A, CCAFS SLC-40) to isolate site-specific recovery dynamics.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Payload Range Slider (dcc.RangeSlider): Enables fluid filtering between 0 kg and 10,000 kg with 1,000 kg step increments to analyze payload thresholds.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Reactive Callback Functions (@app.callback):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Pie Chart Callback: Dynamically generates 'px.pie' showing total launch success share across all sites, or success vs. failure proportion for a selected site.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Scatter Plot Callback: Dynamically renders 'px.scatter' plotting Payload Mass vs. Launch Outcome, color-coded by Booster Version Category.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GitHub Script Reference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Completed Dashboard Application: spacex_dash_app.py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URL: https://github.com/Heet-116/SpaceX-Falcon9-Landing-Prediction/blob/main/spacex_dash_app.py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19FC08B-7D2E-43A5-A528-821DCDCCCC82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Build a Dashboard with Plotly Dash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</p:spTree>
    <p:extLst>
      <p:ext uri="{BB962C8B-B14F-4D97-AF65-F5344CB8AC3E}">
        <p14:creationId xmlns:p14="http://schemas.microsoft.com/office/powerpoint/2010/main" val="3345327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1B08F2-C4AD-A440-BB78-A0625E288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1520" y="1371600"/>
            <a:ext cx="4572000" cy="475488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200" b="1">
                <a:solidFill>
                  <a:srgbClr val="182B49"/>
                </a:solidFill>
                <a:latin typeface="Calibri"/>
              </a:defRPr>
            </a:pPr>
            <a:r>
              <a:t>Predictive Analysis (Classification) Methodology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Predictive Classification Methodology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Feature Standardization: Standardized 83 numerical features using StandardScaler (mean=0, variance=1) to prevent algorithm scale bias.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Data Partitioning: Split into 80% Training (72 samples) and 20% Testing (18 samples) with random_state=2.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Hyperparameter Tuning (GridSearchCV with 10-Fold CV):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Logistic Regression: L2 penalty, lbfgs solver, C in [0.01, 0.1, 1].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Support Vector Machine: Linear, RBF, Poly, Sigmoid kernels; C &amp; gamma grids.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Decision Tree: Gini &amp; entropy criteria; max_depth 2 to 18; min_samples_leaf.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K-Nearest Neighbors: k from 1 to 10; Euclidean and Manhattan distance metrics.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Evaluation: Measured test set accuracy, confusion matrices, precision, and recall.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GitHub URL Reference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Completed Notebook: notebooks/7_SpaceX_Machine_Learning_Prediction.ipynb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URL: https://github.com/Heet-116/SpaceX-Falcon9-Landing-Prediction/blob/main/notebooks/7_SpaceX_Machine_Learning_Prediction.ipynb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C857EDD-A3A7-434D-B8D5-401E872498D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Predictive Analysis (Classification)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pic>
        <p:nvPicPr>
          <p:cNvPr id="7" name="Picture 6" descr="flowchart_m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463040"/>
            <a:ext cx="493776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7112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7B9C153-C85C-3240-8E7E-523FBC004564}"/>
              </a:ext>
            </a:extLst>
          </p:cNvPr>
          <p:cNvSpPr txBox="1">
            <a:spLocks/>
          </p:cNvSpPr>
          <p:nvPr/>
        </p:nvSpPr>
        <p:spPr>
          <a:xfrm>
            <a:off x="841125" y="1807337"/>
            <a:ext cx="7068725" cy="1621663"/>
          </a:xfrm>
          <a:prstGeom prst="rect">
            <a:avLst/>
          </a:prstGeom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350" b="1">
                <a:solidFill>
                  <a:srgbClr val="182B49"/>
                </a:solidFill>
                <a:latin typeface="Calibri"/>
              </a:defRPr>
            </a:pPr>
            <a:r>
              <a:t>Results Overview &amp; Architecture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250" b="1">
                <a:solidFill>
                  <a:srgbClr val="1F6EA5"/>
                </a:solidFill>
                <a:latin typeface="Calibri"/>
              </a:defRPr>
            </a:pPr>
            <a:r>
              <a:t>Complete Results Architecture</a:t>
            </a:r>
          </a:p>
          <a:p>
            <a:pPr>
              <a:spcAft>
                <a:spcPts val="250"/>
              </a:spcAft>
              <a:defRPr sz="1150">
                <a:solidFill>
                  <a:srgbClr val="28323C"/>
                </a:solidFill>
                <a:latin typeface="Calibri"/>
              </a:defRPr>
            </a:pPr>
            <a:r>
              <a:t>• Exploratory Data Analysis Results: Flight numbers, payload distributions, orbital success rates, and 2010-2020 yearly trend lines.</a:t>
            </a:r>
          </a:p>
          <a:p>
            <a:pPr>
              <a:spcAft>
                <a:spcPts val="250"/>
              </a:spcAft>
              <a:defRPr sz="1150">
                <a:solidFill>
                  <a:srgbClr val="28323C"/>
                </a:solidFill>
                <a:latin typeface="Calibri"/>
              </a:defRPr>
            </a:pPr>
            <a:r>
              <a:t>• EDA with SQL Results: 10 executed database queries with tabular outputs, payload sums, booster extrema, and outcome rankings.</a:t>
            </a:r>
          </a:p>
          <a:p>
            <a:pPr>
              <a:spcAft>
                <a:spcPts val="250"/>
              </a:spcAft>
              <a:defRPr sz="1150">
                <a:solidFill>
                  <a:srgbClr val="28323C"/>
                </a:solidFill>
                <a:latin typeface="Calibri"/>
              </a:defRPr>
            </a:pPr>
            <a:r>
              <a:t>• Interactive Visual Analytics Demo: Folium geospatial maps (launch sites, marker clusters, proximity buffers) and Plotly Dash dashboard pie &amp; scatter plots.</a:t>
            </a:r>
          </a:p>
          <a:p>
            <a:pPr>
              <a:spcAft>
                <a:spcPts val="250"/>
              </a:spcAft>
              <a:defRPr sz="1150">
                <a:solidFill>
                  <a:srgbClr val="28323C"/>
                </a:solidFill>
                <a:latin typeface="Calibri"/>
              </a:defRPr>
            </a:pPr>
            <a:r>
              <a:t>• Predictive Analysis Results: Model accuracy comparison bar chart and best performing model confusion matrix.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45C363-925C-9E48-86B0-27D7D36E5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16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30F9542-6794-4F57-BB45-868D94AD06B0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Results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</p:spTree>
    <p:extLst>
      <p:ext uri="{BB962C8B-B14F-4D97-AF65-F5344CB8AC3E}">
        <p14:creationId xmlns:p14="http://schemas.microsoft.com/office/powerpoint/2010/main" val="321008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18B93D-8F11-6347-95EE-BF68474E5B1F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pPr>
              <a:defRPr sz="2800" b="1">
                <a:solidFill>
                  <a:srgbClr val="182B49"/>
                </a:solidFill>
              </a:defRPr>
            </a:pPr>
            <a:r>
              <a:t>Section 2: Exploratory Data Analysis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B49"/>
                </a:solidFill>
              </a:defRPr>
            </a:pPr>
            <a:r>
              <a:t>Section 2: Exploratory Data Analysis Results</a:t>
            </a:r>
          </a:p>
        </p:txBody>
      </p:sp>
    </p:spTree>
    <p:extLst>
      <p:ext uri="{BB962C8B-B14F-4D97-AF65-F5344CB8AC3E}">
        <p14:creationId xmlns:p14="http://schemas.microsoft.com/office/powerpoint/2010/main" val="1782706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18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31520" y="1371600"/>
            <a:ext cx="4389120" cy="475488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250" b="1">
                <a:solidFill>
                  <a:srgbClr val="182B49"/>
                </a:solidFill>
                <a:latin typeface="Calibri"/>
              </a:defRPr>
            </a:pPr>
            <a:r>
              <a:t>Flight Number vs. Launch Site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spcBef>
                <a:spcPts val="500"/>
              </a:spcBef>
              <a:spcAft>
                <a:spcPts val="200"/>
              </a:spcAft>
              <a:defRPr sz="1150" b="1">
                <a:solidFill>
                  <a:srgbClr val="1F6EA5"/>
                </a:solidFill>
                <a:latin typeface="Calibri"/>
              </a:defRPr>
            </a:pPr>
            <a:r>
              <a:t>Key Observations &amp; Findings: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Site Progression: Flights 1 through ~25 were launched almost exclusively from CCAFS LC-40, representing early Falcon 9 development.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Failure Clustering: Early landing failures (red points) were concentrated at CCAFS LC-40 during initial recovery testing (2010–2015).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Operational Expansion: Flights beyond #30 diversified to VAFB SLC-4E and KSC LC-39A, displaying an overwhelming surge in green landing successes.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Reliability Curve: For flight numbers &gt;50, landing success rate exceeded 80% across all launch sites.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4F4FCC5-6E7E-4FF0-BE45-680EEC392C9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Flight Number vs. Launch Site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pic>
        <p:nvPicPr>
          <p:cNvPr id="7" name="Picture 6" descr="eda_flight_vs_launch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463040"/>
            <a:ext cx="5303520" cy="420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5605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19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31520" y="1371600"/>
            <a:ext cx="4389120" cy="475488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250" b="1">
                <a:solidFill>
                  <a:srgbClr val="182B49"/>
                </a:solidFill>
                <a:latin typeface="Calibri"/>
              </a:defRPr>
            </a:pPr>
            <a:r>
              <a:t>Payload vs. Launch Site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spcBef>
                <a:spcPts val="500"/>
              </a:spcBef>
              <a:spcAft>
                <a:spcPts val="200"/>
              </a:spcAft>
              <a:defRPr sz="1150" b="1">
                <a:solidFill>
                  <a:srgbClr val="1F6EA5"/>
                </a:solidFill>
                <a:latin typeface="Calibri"/>
              </a:defRPr>
            </a:pPr>
            <a:r>
              <a:t>Key Observations &amp; Findings: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VAFB SLC-4E: Specialized in light to medium payload missions (&lt;10,000 kg) dedicated to polar and sun-synchronous orbits, achieving high recovery success.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KSC LC-39A Dominance: Handled both medium and heavy payloads (&gt;10,000 kg), including commercial communications satellites and ISS Dragon flights, with an outstanding recovery record.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CCAFS SLC-40: Handled flights across the entire payload spectrum (0 to 15,600 kg); early low-mass missions had mixed results, while modern heavy missions achieved consistent recovery.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6CCD949-E788-4375-9B07-478FA5684BC1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Payload vs. Launch Site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pic>
        <p:nvPicPr>
          <p:cNvPr id="7" name="Picture 6" descr="eda_payload_vs_launch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463040"/>
            <a:ext cx="5303520" cy="420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7892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20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31520" y="1371600"/>
            <a:ext cx="4389120" cy="475488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250" b="1">
                <a:solidFill>
                  <a:srgbClr val="182B49"/>
                </a:solidFill>
                <a:latin typeface="Calibri"/>
              </a:defRPr>
            </a:pPr>
            <a:r>
              <a:t>Success Rate vs. Orbit Type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50" b="1">
                <a:solidFill>
                  <a:srgbClr val="1F6EA5"/>
                </a:solidFill>
                <a:latin typeface="Calibri"/>
              </a:defRPr>
            </a:pPr>
            <a:r>
              <a:t>Key Observations &amp; Findings: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100% Success Orbits: ES-L1, GEO, HEO, and SSO achieved a flawless 100% first-stage landing recovery rate.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High Success Orbits: VLEO (Starlink constellation) achieved ~85% success; LEO achieved ~71%; Polar Orbits (PO) achieved ~67%.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GTO Challenges: Geostationary Transfer Orbit achieved ~50% success due to high re-entry velocity and thermal stress requiring drone ship landings.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SO Anomalies: Sub-Orbital test flight experienced 0% landing recovery.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4811A61-F7FB-4B19-9ED1-E0E2554A5BE8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Success Rate vs. Orbit Type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pic>
        <p:nvPicPr>
          <p:cNvPr id="7" name="Picture 6" descr="eda_success_rate_vs_orb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463040"/>
            <a:ext cx="5303520" cy="420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01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21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31520" y="1371600"/>
            <a:ext cx="4389120" cy="475488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250" b="1">
                <a:solidFill>
                  <a:srgbClr val="182B49"/>
                </a:solidFill>
                <a:latin typeface="Calibri"/>
              </a:defRPr>
            </a:pPr>
            <a:r>
              <a:t>Flight Number vs. Orbit Type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50" b="1">
                <a:solidFill>
                  <a:srgbClr val="1F6EA5"/>
                </a:solidFill>
                <a:latin typeface="Calibri"/>
              </a:defRPr>
            </a:pPr>
            <a:r>
              <a:t>Key Observations &amp; Findings: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Early Missions: Early flight numbers (&lt;30) primarily targeted LEO and GTO orbits with experimental landing profiles.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High Cadence Constellations: Beyond Flight 50, launch cadence shifted heavily toward VLEO for Starlink satellite deployment.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Recovery Reliability: While early LEO and GTO missions experienced landing failures, modern flights across all orbits show unbroken runs of green landing successes.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21C109C-C017-4D19-928F-AED25AC3012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Flight Number vs. Orbit Type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pic>
        <p:nvPicPr>
          <p:cNvPr id="7" name="Picture 6" descr="eda_flight_vs_orb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463040"/>
            <a:ext cx="5303520" cy="420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7275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22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31520" y="1371600"/>
            <a:ext cx="4389120" cy="475488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250" b="1">
                <a:solidFill>
                  <a:srgbClr val="182B49"/>
                </a:solidFill>
                <a:latin typeface="Calibri"/>
              </a:defRPr>
            </a:pPr>
            <a:r>
              <a:t>Payload vs. Orbit Type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50" b="1">
                <a:solidFill>
                  <a:srgbClr val="1F6EA5"/>
                </a:solidFill>
                <a:latin typeface="Calibri"/>
              </a:defRPr>
            </a:pPr>
            <a:r>
              <a:t>Key Observations &amp; Findings: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Heavy LEO/VLEO Flights: Maximum payload masses (&gt;10,000 kg up to 15,600 kg) are concentrated in LEO and VLEO orbits, where landing success is consistently high.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GTO Payload Limits: GTO missions cluster in the 3,000 kg to 7,000 kg range. Heavy GTO launches leave less reserve fuel for booster entry burns.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Polar &amp; Scientific Missions: Polar and SSO missions carried payloads under 4,000 kg, allowing comfortable fuel margins for booster recovery.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FE7D9E4-306D-49E3-9AC4-15D566FC72A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Payload vs. Orbit Type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pic>
        <p:nvPicPr>
          <p:cNvPr id="7" name="Picture 6" descr="eda_payload_vs_orb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463040"/>
            <a:ext cx="5303520" cy="420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3405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23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31520" y="1371600"/>
            <a:ext cx="4389120" cy="475488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250" b="1">
                <a:solidFill>
                  <a:srgbClr val="182B49"/>
                </a:solidFill>
                <a:latin typeface="Calibri"/>
              </a:defRPr>
            </a:pPr>
            <a:r>
              <a:t>Launch Success Yearly Trend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50" b="1">
                <a:solidFill>
                  <a:srgbClr val="1F6EA5"/>
                </a:solidFill>
                <a:latin typeface="Calibri"/>
              </a:defRPr>
            </a:pPr>
            <a:r>
              <a:t>Key Observations &amp; Findings: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2010–2012 (0% Success): Purely expendable test launches; no booster recovery hardware existed.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2013–2015 (~33% Success): Controlled ocean splashdowns and drone ship tests began; historic first ground pad recovery on Dec 22, 2015.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2016–2017 (60–80% Success): Routine drone ship recoveries established on Autonomous Spaceport Drone Ships (ASDS).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2018–2020 (&gt;80–85% Success): Introduction of Falcon 9 Block 5 (titanium grid fins, upgraded heat shield) established industrial recovery reliability.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D35FD2D-1BD2-45D7-B015-1A96C241520B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Launch Success Yearly Trend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pic>
        <p:nvPicPr>
          <p:cNvPr id="7" name="Picture 6" descr="eda_yearly_tr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463040"/>
            <a:ext cx="5303520" cy="420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5944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24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1520" y="1280160"/>
            <a:ext cx="4572000" cy="493776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150" b="1">
                <a:solidFill>
                  <a:srgbClr val="182B49"/>
                </a:solidFill>
                <a:latin typeface="Calibri"/>
              </a:defRPr>
            </a:pPr>
            <a:r>
              <a:t>All Launch Site Names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050" b="1">
                <a:solidFill>
                  <a:srgbClr val="1F6EA5"/>
                </a:solidFill>
                <a:latin typeface="Calibri"/>
              </a:defRPr>
            </a:pPr>
            <a:r>
              <a:t>SQL Query Executed:</a:t>
            </a:r>
          </a:p>
          <a:p>
            <a:pPr>
              <a:spcAft>
                <a:spcPts val="250"/>
              </a:spcAft>
              <a:defRPr sz="950">
                <a:solidFill>
                  <a:srgbClr val="28323C"/>
                </a:solidFill>
                <a:latin typeface="Calibri"/>
              </a:defRPr>
            </a:pPr>
            <a:r>
              <a:t>• SELECT DISTINCT Launch_Site FROM SPACEXTBL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050" b="1">
                <a:solidFill>
                  <a:srgbClr val="1F6EA5"/>
                </a:solidFill>
                <a:latin typeface="Calibri"/>
              </a:defRPr>
            </a:pPr>
            <a:r>
              <a:t>Key Analytical Findings &amp; Context:</a:t>
            </a:r>
          </a:p>
          <a:p>
            <a:pPr>
              <a:spcAft>
                <a:spcPts val="250"/>
              </a:spcAft>
              <a:defRPr sz="950">
                <a:solidFill>
                  <a:srgbClr val="28323C"/>
                </a:solidFill>
                <a:latin typeface="Calibri"/>
              </a:defRPr>
            </a:pPr>
            <a:r>
              <a:t>• The dataset identifies 4 unique launch sites: CCAFS LC-40, VAFB SLC-4E, KSC LC-39A, and CCAFS SLC-40. Cape Canaveral and Kennedy Space Center support equatorial and high-inclination eastward launches over the Atlantic, while Vandenberg Air Force Base supports polar and sun-synchronous launches over the Pacific.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6E60219-AE1B-47B6-9A1D-F2865D04BE52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All Launch Site Names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0" y="1463040"/>
          <a:ext cx="51206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Launch_Site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CCAFS LC-40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VAFB SLC-4E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KSC LC-39A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CCAFS SLC-40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78509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1520" y="1280160"/>
            <a:ext cx="4572000" cy="493776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150" b="1">
                <a:solidFill>
                  <a:srgbClr val="182B49"/>
                </a:solidFill>
                <a:latin typeface="Calibri"/>
              </a:defRPr>
            </a:pPr>
            <a:r>
              <a:t>Launch Site Names Begin with 'CCA'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050" b="1">
                <a:solidFill>
                  <a:srgbClr val="1F6EA5"/>
                </a:solidFill>
                <a:latin typeface="Calibri"/>
              </a:defRPr>
            </a:pPr>
            <a:r>
              <a:t>SQL Query Executed:</a:t>
            </a:r>
          </a:p>
          <a:p>
            <a:pPr>
              <a:spcAft>
                <a:spcPts val="250"/>
              </a:spcAft>
              <a:defRPr sz="950">
                <a:solidFill>
                  <a:srgbClr val="28323C"/>
                </a:solidFill>
                <a:latin typeface="Calibri"/>
              </a:defRPr>
            </a:pPr>
            <a:r>
              <a:t>• SELECT Date, Booster_Version, Launch_Site, PAYLOAD_MASS__KG_, Landing_Outcome FROM SPACEXTBL WHERE Launch_Site LIKE 'CCA%' LIMIT 5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050" b="1">
                <a:solidFill>
                  <a:srgbClr val="1F6EA5"/>
                </a:solidFill>
                <a:latin typeface="Calibri"/>
              </a:defRPr>
            </a:pPr>
            <a:r>
              <a:t>Key Analytical Findings &amp; Context:</a:t>
            </a:r>
          </a:p>
          <a:p>
            <a:pPr>
              <a:spcAft>
                <a:spcPts val="250"/>
              </a:spcAft>
              <a:defRPr sz="950">
                <a:solidFill>
                  <a:srgbClr val="28323C"/>
                </a:solidFill>
                <a:latin typeface="Calibri"/>
              </a:defRPr>
            </a:pPr>
            <a:r>
              <a:t>• The first 5 orbital missions launched exclusively from Cape Canaveral Air Force Station (CCAFS LC-40) carrying early Dragon qualification units. These early flights (2010-2013) were experimental flights with ocean splashdowns and parachute recovery attempts.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57C8CBA-1A0E-4CDF-A451-7AAA44D39839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Launch Site Names Begin with 'CCA'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0" y="1463040"/>
          <a:ext cx="512064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4128"/>
                <a:gridCol w="1024128"/>
                <a:gridCol w="1024128"/>
                <a:gridCol w="1024128"/>
                <a:gridCol w="1024128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Booster_Version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Launch_Site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PAYLOAD_MASS__KG_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Landing_Outcome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2010-06-04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F9 v1.0  B0003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CCAFS LC-40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Failure (parachute)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2010-12-08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F9 v1.0  B0004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CCAFS LC-40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Failure (parachute)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2012-05-22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F9 v1.0  B0005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CCAFS LC-40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525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No attempt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2012-10-08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F9 v1.0  B0006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CCAFS LC-40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No attempt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2013-03-01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F9 v1.0  B0007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CCAFS LC-40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677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No attempt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47386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26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1520" y="1280160"/>
            <a:ext cx="4572000" cy="493776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150" b="1">
                <a:solidFill>
                  <a:srgbClr val="182B49"/>
                </a:solidFill>
                <a:latin typeface="Calibri"/>
              </a:defRPr>
            </a:pPr>
            <a:r>
              <a:t>Total Payload Mass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050" b="1">
                <a:solidFill>
                  <a:srgbClr val="1F6EA5"/>
                </a:solidFill>
                <a:latin typeface="Calibri"/>
              </a:defRPr>
            </a:pPr>
            <a:r>
              <a:t>SQL Query Executed:</a:t>
            </a:r>
          </a:p>
          <a:p>
            <a:pPr>
              <a:spcAft>
                <a:spcPts val="250"/>
              </a:spcAft>
              <a:defRPr sz="950">
                <a:solidFill>
                  <a:srgbClr val="28323C"/>
                </a:solidFill>
                <a:latin typeface="Calibri"/>
              </a:defRPr>
            </a:pPr>
            <a:r>
              <a:t>• SELECT SUM(PAYLOAD_MASS__KG_) AS Total_Payload_NASA_CRS FROM SPACEXTBL WHERE Customer = 'NASA (CRS)'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050" b="1">
                <a:solidFill>
                  <a:srgbClr val="1F6EA5"/>
                </a:solidFill>
                <a:latin typeface="Calibri"/>
              </a:defRPr>
            </a:pPr>
            <a:r>
              <a:t>Key Analytical Findings &amp; Context:</a:t>
            </a:r>
          </a:p>
          <a:p>
            <a:pPr>
              <a:spcAft>
                <a:spcPts val="250"/>
              </a:spcAft>
              <a:defRPr sz="950">
                <a:solidFill>
                  <a:srgbClr val="28323C"/>
                </a:solidFill>
                <a:latin typeface="Calibri"/>
              </a:defRPr>
            </a:pPr>
            <a:r>
              <a:t>• SpaceX delivered a total of 45,596 kg of cargo to the International Space Station across more than 20 NASA Commercial Resupply Services (CRS) missions, validating the operational reliability and heavy-cargo capacity of the Falcon 9 launch system.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D161C47-0660-416F-B4C2-25E4D35D69F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Total Payload Mass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0" y="1463040"/>
          <a:ext cx="5120640" cy="694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Total_Payload_NASA_CRS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45596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00147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27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1520" y="1280160"/>
            <a:ext cx="4572000" cy="493776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150" b="1">
                <a:solidFill>
                  <a:srgbClr val="182B49"/>
                </a:solidFill>
                <a:latin typeface="Calibri"/>
              </a:defRPr>
            </a:pPr>
            <a:r>
              <a:t>Average Payload Mass by F9 v1.1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050" b="1">
                <a:solidFill>
                  <a:srgbClr val="1F6EA5"/>
                </a:solidFill>
                <a:latin typeface="Calibri"/>
              </a:defRPr>
            </a:pPr>
            <a:r>
              <a:t>SQL Query Executed:</a:t>
            </a:r>
          </a:p>
          <a:p>
            <a:pPr>
              <a:spcAft>
                <a:spcPts val="250"/>
              </a:spcAft>
              <a:defRPr sz="950">
                <a:solidFill>
                  <a:srgbClr val="28323C"/>
                </a:solidFill>
                <a:latin typeface="Calibri"/>
              </a:defRPr>
            </a:pPr>
            <a:r>
              <a:t>• SELECT ROUND(AVG(PAYLOAD_MASS__KG_), 2) AS Avg_Payload_F9_v1_1 FROM SPACEXTBL WHERE Booster_Version LIKE 'F9 v1.1%'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050" b="1">
                <a:solidFill>
                  <a:srgbClr val="1F6EA5"/>
                </a:solidFill>
                <a:latin typeface="Calibri"/>
              </a:defRPr>
            </a:pPr>
            <a:r>
              <a:t>Key Analytical Findings &amp; Context:</a:t>
            </a:r>
          </a:p>
          <a:p>
            <a:pPr>
              <a:spcAft>
                <a:spcPts val="250"/>
              </a:spcAft>
              <a:defRPr sz="950">
                <a:solidFill>
                  <a:srgbClr val="28323C"/>
                </a:solidFill>
                <a:latin typeface="Calibri"/>
              </a:defRPr>
            </a:pPr>
            <a:r>
              <a:t>• The Falcon 9 v1.1 booster variant carried an average payload mass of 2,928.4 kg, serving medium-weight commercial communications satellites and ISS resupply prior to the introduction of Full Thrust and Block 5 upgrades.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FD52E17-48CB-4D60-BD56-71D197A29B38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Average Payload Mass by F9 v1.1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0" y="1463040"/>
          <a:ext cx="5120640" cy="694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Avg_Payload_F9_v1_1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2534.67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55605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28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1520" y="1280160"/>
            <a:ext cx="4572000" cy="4937760"/>
          </a:xfrm>
          <a:prstGeom prst="rect">
            <a:avLst/>
          </a:prstGeom>
        </p:spPr>
        <p:txBody>
          <a:bodyPr lIns="91440" tIns="45720" rIns="91440" bIns="45720" anchor="t"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150" b="1">
                <a:solidFill>
                  <a:srgbClr val="182B49"/>
                </a:solidFill>
                <a:latin typeface="Calibri"/>
              </a:defRPr>
            </a:pPr>
            <a:r>
              <a:t>First Successful Ground Landing Date</a:t>
            </a:r>
            <a:endParaRPr lang="en-US" dirty="0">
              <a:solidFill>
                <a:schemeClr val="accent3">
                  <a:lumMod val="25000"/>
                </a:schemeClr>
              </a:solidFill>
            </a:endParaRPr>
          </a:p>
          <a:p>
            <a:pPr>
              <a:spcBef>
                <a:spcPts val="500"/>
              </a:spcBef>
              <a:spcAft>
                <a:spcPts val="200"/>
              </a:spcAft>
              <a:defRPr sz="1050" b="1">
                <a:solidFill>
                  <a:srgbClr val="1F6EA5"/>
                </a:solidFill>
                <a:latin typeface="Calibri"/>
              </a:defRPr>
            </a:pPr>
            <a:r>
              <a:t>SQL Query Executed:</a:t>
            </a:r>
          </a:p>
          <a:p>
            <a:pPr>
              <a:spcAft>
                <a:spcPts val="250"/>
              </a:spcAft>
              <a:defRPr sz="950">
                <a:solidFill>
                  <a:srgbClr val="28323C"/>
                </a:solidFill>
                <a:latin typeface="Calibri"/>
              </a:defRPr>
            </a:pPr>
            <a:r>
              <a:t>• SELECT MIN(Date) AS First_Successful_Ground_Landing, Booster_Version, Launch_Site, Landing_Outcome FROM SPACEXTBL WHERE Landing_Outcome = 'Success (ground pad)'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050" b="1">
                <a:solidFill>
                  <a:srgbClr val="1F6EA5"/>
                </a:solidFill>
                <a:latin typeface="Calibri"/>
              </a:defRPr>
            </a:pPr>
            <a:r>
              <a:t>Key Analytical Findings &amp; Context:</a:t>
            </a:r>
          </a:p>
          <a:p>
            <a:pPr>
              <a:spcAft>
                <a:spcPts val="250"/>
              </a:spcAft>
              <a:defRPr sz="950">
                <a:solidFill>
                  <a:srgbClr val="28323C"/>
                </a:solidFill>
                <a:latin typeface="Calibri"/>
              </a:defRPr>
            </a:pPr>
            <a:r>
              <a:t>• The world's first successful orbital rocket first-stage ground landing occurred on December 22, 2015, by booster B1019 at Cape Canaveral Landing Zone 1 (LZ-1), proving the engineering feasibility of vertical rocket recovery.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F12CD3C-55B3-4129-817A-84D0B28F713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First Successful Ground Landing 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0" y="1463040"/>
          <a:ext cx="5120640" cy="694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First_Successful_Ground_Landing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Booster_Version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Launch_Site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Landing_Outcome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2015-12-22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F9 FT B1019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CCAFS LC-40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Success (ground pad)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46799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29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1520" y="1280160"/>
            <a:ext cx="4572000" cy="4937760"/>
          </a:xfrm>
          <a:prstGeom prst="rect">
            <a:avLst/>
          </a:prstGeom>
        </p:spPr>
        <p:txBody>
          <a:bodyPr lIns="91440" tIns="45720" rIns="91440" bIns="45720" anchor="t"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150" b="1">
                <a:solidFill>
                  <a:srgbClr val="182B49"/>
                </a:solidFill>
                <a:latin typeface="Calibri"/>
              </a:defRPr>
            </a:pPr>
            <a:r>
              <a:t>Successful Drone Ship Landing with Payload between 4000 and 6000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spcBef>
                <a:spcPts val="500"/>
              </a:spcBef>
              <a:spcAft>
                <a:spcPts val="200"/>
              </a:spcAft>
              <a:defRPr sz="1050" b="1">
                <a:solidFill>
                  <a:srgbClr val="1F6EA5"/>
                </a:solidFill>
                <a:latin typeface="Calibri"/>
              </a:defRPr>
            </a:pPr>
            <a:r>
              <a:t>SQL Query Executed:</a:t>
            </a:r>
          </a:p>
          <a:p>
            <a:pPr>
              <a:spcAft>
                <a:spcPts val="250"/>
              </a:spcAft>
              <a:defRPr sz="950">
                <a:solidFill>
                  <a:srgbClr val="28323C"/>
                </a:solidFill>
                <a:latin typeface="Calibri"/>
              </a:defRPr>
            </a:pPr>
            <a:r>
              <a:t>• SELECT Booster_Version, PAYLOAD_MASS__KG_, Launch_Site FROM SPACEXTBL WHERE Landing_Outcome = 'Success (drone ship)' AND PAYLOAD_MASS__KG_ BETWEEN 4000 AND 6000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050" b="1">
                <a:solidFill>
                  <a:srgbClr val="1F6EA5"/>
                </a:solidFill>
                <a:latin typeface="Calibri"/>
              </a:defRPr>
            </a:pPr>
            <a:r>
              <a:t>Key Analytical Findings &amp; Context:</a:t>
            </a:r>
          </a:p>
          <a:p>
            <a:pPr>
              <a:spcAft>
                <a:spcPts val="250"/>
              </a:spcAft>
              <a:defRPr sz="950">
                <a:solidFill>
                  <a:srgbClr val="28323C"/>
                </a:solidFill>
                <a:latin typeface="Calibri"/>
              </a:defRPr>
            </a:pPr>
            <a:r>
              <a:t>• Four boosters (B1022, B1026, B1021.2, B1031.2) successfully completed Autonomous Spaceport Drone Ship (ASDS) landings during demanding GTO missions where return-to-launch-site (RTLS) was impossible due to booster velocity and propellant limits.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52C2E9C-C6BE-40BD-A406-CFB441363CB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Successful Drone Ship Landing with Payload between 4000 and 6000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0" y="1463040"/>
          <a:ext cx="51206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Booster_Version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PAYLOAD_MASS__KG_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Launch_Site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F9 FT B1022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4696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CCAFS LC-40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F9 FT B1026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4600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CCAFS LC-40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F9 FT  B1021.2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5300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KSC LC-39A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F9 FT  B1031.2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5200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KSC LC-39A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93995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30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1520" y="1280160"/>
            <a:ext cx="4572000" cy="493776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150" b="1">
                <a:solidFill>
                  <a:srgbClr val="182B49"/>
                </a:solidFill>
                <a:latin typeface="Calibri"/>
              </a:defRPr>
            </a:pPr>
            <a:r>
              <a:t>Total Number of Successful and Failure Mission Outcomes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050" b="1">
                <a:solidFill>
                  <a:srgbClr val="1F6EA5"/>
                </a:solidFill>
                <a:latin typeface="Calibri"/>
              </a:defRPr>
            </a:pPr>
            <a:r>
              <a:t>SQL Query Executed:</a:t>
            </a:r>
          </a:p>
          <a:p>
            <a:pPr>
              <a:spcAft>
                <a:spcPts val="250"/>
              </a:spcAft>
              <a:defRPr sz="950">
                <a:solidFill>
                  <a:srgbClr val="28323C"/>
                </a:solidFill>
                <a:latin typeface="Calibri"/>
              </a:defRPr>
            </a:pPr>
            <a:r>
              <a:t>• SELECT Mission_Outcome, COUNT(*) AS Outcome_Count FROM SPACEXTBL GROUP BY Mission_Outcome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050" b="1">
                <a:solidFill>
                  <a:srgbClr val="1F6EA5"/>
                </a:solidFill>
                <a:latin typeface="Calibri"/>
              </a:defRPr>
            </a:pPr>
            <a:r>
              <a:t>Key Analytical Findings &amp; Context:</a:t>
            </a:r>
          </a:p>
          <a:p>
            <a:pPr>
              <a:spcAft>
                <a:spcPts val="250"/>
              </a:spcAft>
              <a:defRPr sz="950">
                <a:solidFill>
                  <a:srgbClr val="28323C"/>
                </a:solidFill>
                <a:latin typeface="Calibri"/>
              </a:defRPr>
            </a:pPr>
            <a:r>
              <a:t>• Out of 101 recorded missions, 98 primary mission outcomes were completely successful (97.0% overall mission success rate). Only 1 in-flight failure occurred (CRS-7), demonstrating exceptional launch reliability across commercial and government missions.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9B32320-42D4-49FA-8047-C080B444B3A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Total Number of Successful and Failure Mission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0" y="1463040"/>
          <a:ext cx="51206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Mission_Outcome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Outcome_Count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Failure (in flight)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Success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Success 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Success (payload status unclear)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69726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31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1520" y="1280160"/>
            <a:ext cx="4572000" cy="493776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150" b="1">
                <a:solidFill>
                  <a:srgbClr val="182B49"/>
                </a:solidFill>
                <a:latin typeface="Calibri"/>
              </a:defRPr>
            </a:pPr>
            <a:r>
              <a:t>Boosters Carried Maximum Payload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050" b="1">
                <a:solidFill>
                  <a:srgbClr val="1F6EA5"/>
                </a:solidFill>
                <a:latin typeface="Calibri"/>
              </a:defRPr>
            </a:pPr>
            <a:r>
              <a:t>SQL Query Executed:</a:t>
            </a:r>
          </a:p>
          <a:p>
            <a:pPr>
              <a:spcAft>
                <a:spcPts val="250"/>
              </a:spcAft>
              <a:defRPr sz="950">
                <a:solidFill>
                  <a:srgbClr val="28323C"/>
                </a:solidFill>
                <a:latin typeface="Calibri"/>
              </a:defRPr>
            </a:pPr>
            <a:r>
              <a:t>• SELECT Booster_Version, Launch_Site, PAYLOAD_MASS__KG_ FROM SPACEXTBL WHERE PAYLOAD_MASS__KG_ = (SELECT MAX(PAYLOAD_MASS__KG_) FROM SPACEXTBL) LIMIT 5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050" b="1">
                <a:solidFill>
                  <a:srgbClr val="1F6EA5"/>
                </a:solidFill>
                <a:latin typeface="Calibri"/>
              </a:defRPr>
            </a:pPr>
            <a:r>
              <a:t>Key Analytical Findings &amp; Context:</a:t>
            </a:r>
          </a:p>
          <a:p>
            <a:pPr>
              <a:spcAft>
                <a:spcPts val="250"/>
              </a:spcAft>
              <a:defRPr sz="950">
                <a:solidFill>
                  <a:srgbClr val="28323C"/>
                </a:solidFill>
                <a:latin typeface="Calibri"/>
              </a:defRPr>
            </a:pPr>
            <a:r>
              <a:t>• The maximum payload carried is 15,600 kg, deployed exclusively by Falcon 9 Block 5 boosters (including B1048, B1049, B1051, B1056) launching batches of 60 Starlink satellites to Low Earth Orbit.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A7EB98F-A25F-4357-9775-478FC17F7F83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Boosters Carried Maximum Payload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0" y="1463040"/>
          <a:ext cx="512064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Booster_Version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Launch_Site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PAYLOAD_MASS__KG_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F9 B5 B1048.4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CCAFS SLC-40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15600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F9 B5 B1049.4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CCAFS SLC-40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15600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F9 B5 B1051.3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CCAFS SLC-40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15600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F9 B5 B1056.4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CCAFS SLC-40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15600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F9 B5 B1048.5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KSC LC-39A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15600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66463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32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1520" y="1280160"/>
            <a:ext cx="4572000" cy="4937760"/>
          </a:xfrm>
          <a:prstGeom prst="rect">
            <a:avLst/>
          </a:prstGeom>
        </p:spPr>
        <p:txBody>
          <a:bodyPr lIns="91440" tIns="45720" rIns="91440" bIns="45720" anchor="t"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150" b="1">
                <a:solidFill>
                  <a:srgbClr val="182B49"/>
                </a:solidFill>
                <a:latin typeface="Calibri"/>
              </a:defRPr>
            </a:pPr>
            <a:r>
              <a:t>2015 Launch Records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050" b="1">
                <a:solidFill>
                  <a:srgbClr val="1F6EA5"/>
                </a:solidFill>
                <a:latin typeface="Calibri"/>
              </a:defRPr>
            </a:pPr>
            <a:r>
              <a:t>SQL Query Executed:</a:t>
            </a:r>
          </a:p>
          <a:p>
            <a:pPr>
              <a:spcAft>
                <a:spcPts val="250"/>
              </a:spcAft>
              <a:defRPr sz="950">
                <a:solidFill>
                  <a:srgbClr val="28323C"/>
                </a:solidFill>
                <a:latin typeface="Calibri"/>
              </a:defRPr>
            </a:pPr>
            <a:r>
              <a:t>• SELECT Date, Booster_Version, Launch_Site, Landing_Outcome FROM SPACEXTBL WHERE Landing_Outcome = 'Failure (drone ship)' AND Date LIKE '2015%'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050" b="1">
                <a:solidFill>
                  <a:srgbClr val="1F6EA5"/>
                </a:solidFill>
                <a:latin typeface="Calibri"/>
              </a:defRPr>
            </a:pPr>
            <a:r>
              <a:t>Key Analytical Findings &amp; Context:</a:t>
            </a:r>
          </a:p>
          <a:p>
            <a:pPr>
              <a:spcAft>
                <a:spcPts val="250"/>
              </a:spcAft>
              <a:defRPr sz="950">
                <a:solidFill>
                  <a:srgbClr val="28323C"/>
                </a:solidFill>
                <a:latin typeface="Calibri"/>
              </a:defRPr>
            </a:pPr>
            <a:r>
              <a:t>• In 2015, two drone ship landing attempts failed (B1012 on Jan 10 and B1015 on Apr 14 at CCAFS LC-40) due to hydraulic fluid exhaustion and landing leg lock issues, providing vital telemetry for subsequent landing successes.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64DA114-677C-40D8-8FFA-43531834CFB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2015 Launch Records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0" y="1463040"/>
          <a:ext cx="512064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Booster_Version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Launch_Site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Landing_Outcome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2015-01-10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F9 v1.1 B1012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CCAFS LC-40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Failure (drone ship)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2015-04-14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F9 v1.1 B1015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CCAFS LC-40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Failure (drone ship)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84391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33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1520" y="1280160"/>
            <a:ext cx="4572000" cy="4937760"/>
          </a:xfrm>
          <a:prstGeom prst="rect">
            <a:avLst/>
          </a:prstGeom>
        </p:spPr>
        <p:txBody>
          <a:bodyPr lIns="91440" tIns="45720" rIns="91440" bIns="45720" anchor="t" wrap="square"/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150" b="1">
                <a:solidFill>
                  <a:srgbClr val="182B49"/>
                </a:solidFill>
                <a:latin typeface="Calibri"/>
              </a:defRPr>
            </a:pPr>
            <a:r>
              <a:t>Rank Landing Outcomes Between 2010-06-04 and 2017-03-20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050" b="1">
                <a:solidFill>
                  <a:srgbClr val="1F6EA5"/>
                </a:solidFill>
                <a:latin typeface="Calibri"/>
              </a:defRPr>
            </a:pPr>
            <a:r>
              <a:t>SQL Query Executed:</a:t>
            </a:r>
          </a:p>
          <a:p>
            <a:pPr>
              <a:spcAft>
                <a:spcPts val="250"/>
              </a:spcAft>
              <a:defRPr sz="950">
                <a:solidFill>
                  <a:srgbClr val="28323C"/>
                </a:solidFill>
                <a:latin typeface="Calibri"/>
              </a:defRPr>
            </a:pPr>
            <a:r>
              <a:t>• SELECT Landing_Outcome, COUNT(*) AS Outcome_Count FROM SPACEXTBL WHERE Date BETWEEN '2010-06-04' AND '2017-03-20' GROUP BY Landing_Outcome ORDER BY Outcome_Count DESC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050" b="1">
                <a:solidFill>
                  <a:srgbClr val="1F6EA5"/>
                </a:solidFill>
                <a:latin typeface="Calibri"/>
              </a:defRPr>
            </a:pPr>
            <a:r>
              <a:t>Key Analytical Findings &amp; Context:</a:t>
            </a:r>
          </a:p>
          <a:p>
            <a:pPr>
              <a:spcAft>
                <a:spcPts val="250"/>
              </a:spcAft>
              <a:defRPr sz="950">
                <a:solidFill>
                  <a:srgbClr val="28323C"/>
                </a:solidFill>
                <a:latin typeface="Calibri"/>
              </a:defRPr>
            </a:pPr>
            <a:r>
              <a:t>• Between 2010 and 2017, early operations were dominated by 10 'No attempt' flights, followed by 5 drone ship failures, 5 drone ship successes, and 3 ground pad successes as SpaceX iteratively perfected booster recovery hardware.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4523243-E4D6-45EC-97C8-D44398FB7417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Rank Landing Outcomes Between 2010-06-04 and 2017-03-20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0" y="1463040"/>
          <a:ext cx="512064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Landing_Outcome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Outcome_Count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No attempt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Success (drone ship)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Failure (drone ship)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Success (ground pad)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Controlled (ocean)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Uncontrolled (ocean)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Failure (parachute)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8323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51684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B25EC16-0638-FF41-B7CF-E42224EF7FA1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pPr>
              <a:defRPr sz="2800" b="1">
                <a:solidFill>
                  <a:srgbClr val="182B49"/>
                </a:solidFill>
              </a:defRPr>
            </a:pPr>
            <a:r>
              <a:t>Section 3: Interactive Visual Analytics (Folium Maps)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B49"/>
                </a:solidFill>
              </a:defRPr>
            </a:pPr>
            <a:r>
              <a:t>Section 3: Interactive Visual Analytics (Folium Maps)</a:t>
            </a:r>
          </a:p>
        </p:txBody>
      </p:sp>
    </p:spTree>
    <p:extLst>
      <p:ext uri="{BB962C8B-B14F-4D97-AF65-F5344CB8AC3E}">
        <p14:creationId xmlns:p14="http://schemas.microsoft.com/office/powerpoint/2010/main" val="10233524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1520" y="1371600"/>
            <a:ext cx="4389120" cy="4754880"/>
          </a:xfrm>
          <a:prstGeom prst="rect">
            <a:avLst/>
          </a:prstGeom>
        </p:spPr>
        <p:txBody>
          <a:bodyPr lIns="91440" tIns="45720" rIns="91440" bIns="45720" anchor="t"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250" b="1">
                <a:solidFill>
                  <a:srgbClr val="182B49"/>
                </a:solidFill>
                <a:latin typeface="Calibri"/>
              </a:defRPr>
            </a:pPr>
            <a:r>
              <a:t>Folium Map: Global Launch Sites Location Markers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50" b="1">
                <a:solidFill>
                  <a:srgbClr val="1F6EA5"/>
                </a:solidFill>
                <a:latin typeface="Calibri"/>
              </a:defRPr>
            </a:pPr>
            <a:r>
              <a:t>Key Observations &amp; Geospatial Findings: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Coastal Proximity: All launch complexes are located immediately adjacent to coastlines (Atlantic Ocean in Florida, Pacific Ocean in California).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Public Safety Buffer: Launches follow eastward trajectories over the ocean, ensuring that jettisoned first stages and launch aborts fall safely into open water rather than populated areas.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Equatorial Velocity Boost: Florida launch complexes (Lat ~28.5°N) capitalize on Earth's rotational speed (~1,470 km/h) to maximize payload mass delivered to equatorial orbits.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Polar Corridor: VAFB SLC-4E in California provides a dedicated southbound trajectory corridor for polar and sun-synchronous orbits without overflying continental landmasses.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176327-8CC4-4356-8BBB-DC4965CE9857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Folium Map: Global Launch Sites Location Markers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pic>
        <p:nvPicPr>
          <p:cNvPr id="7" name="Picture 6" descr="folium_map_1_launch_si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463040"/>
            <a:ext cx="5303520" cy="420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16717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36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1520" y="1371600"/>
            <a:ext cx="4389120" cy="4754880"/>
          </a:xfrm>
          <a:prstGeom prst="rect">
            <a:avLst/>
          </a:prstGeom>
        </p:spPr>
        <p:txBody>
          <a:bodyPr lIns="91440" tIns="45720" rIns="91440" bIns="45720" anchor="t"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250" b="1">
                <a:solidFill>
                  <a:srgbClr val="182B49"/>
                </a:solidFill>
                <a:latin typeface="Calibri"/>
              </a:defRPr>
            </a:pPr>
            <a:r>
              <a:t>Folium Map: Color-Labeled Outcomes and Marker Clusters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50" b="1">
                <a:solidFill>
                  <a:srgbClr val="1F6EA5"/>
                </a:solidFill>
                <a:latin typeface="Calibri"/>
              </a:defRPr>
            </a:pPr>
            <a:r>
              <a:t>Key Observations &amp; Geospatial Findings: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Marker Telemetry: Green markers designate successful first-stage landings; red markers designate landing failures or unattempted splashdowns.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KSC LC-39A Leadership: KSC LC-39A exhibits the densest concentration of green markers, achieving a 76.9% landing success rate (10 successes out of 13 launches).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Temporal Recovery Clustering: Cluster analysis indicates that early launches from CCAFS LC-40 contained most failure markers, whereas recent clusters across all pads are overwhelmingly green.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Recovery Operational Maturity: Modern missions demonstrate high spatial recovery consistency regardless of launch complex.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E0ECA32-E146-40DA-85CD-9677244BC3EC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Folium Map: Color-Labeled Outcomes and Marker Clusters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pic>
        <p:nvPicPr>
          <p:cNvPr id="10" name="Picture 9" descr="folium_map_2_marker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463040"/>
            <a:ext cx="5303520" cy="420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978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37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1520" y="1371600"/>
            <a:ext cx="4389120" cy="4754880"/>
          </a:xfrm>
          <a:prstGeom prst="rect">
            <a:avLst/>
          </a:prstGeom>
        </p:spPr>
        <p:txBody>
          <a:bodyPr lIns="91440" tIns="45720" rIns="91440" bIns="45720" anchor="t"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250" b="1">
                <a:solidFill>
                  <a:srgbClr val="182B49"/>
                </a:solidFill>
                <a:latin typeface="Calibri"/>
              </a:defRPr>
            </a:pPr>
            <a:r>
              <a:t>Folium Map: Proximity Distances to Coastlines, Highways, Railways and Cities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50" b="1">
                <a:solidFill>
                  <a:srgbClr val="1F6EA5"/>
                </a:solidFill>
                <a:latin typeface="Calibri"/>
              </a:defRPr>
            </a:pPr>
            <a:r>
              <a:t>Key Observations &amp; Geospatial Findings: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Haversine Spherical Distance Calculations: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  • Coastline Proximity (~0.85 km): Launch pads are situated within 1 km of the shoreline for emergency abort safety and ASDS drone ship offloading logistics.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  • Transportation Infrastructure (~1.25–1.35 km): Samuel C. Phillips Parkway highway and Titan III NASA Railroad enable heavy transport of 12-ft diameter rocket stages and propellants.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  • City Distance (&gt;16 km): Populated urban centers (Titusville, Cape Canaveral) are located over 16 km away, safeguarding civilian populations from acoustic shockwaves, sonic booms, and explosion hazards.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4C97452-C78A-4701-B8AB-ABFE63D5BED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Folium Map: Proximity Distances to Coastlines, Highways, Railways and Cities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pic>
        <p:nvPicPr>
          <p:cNvPr id="10" name="Picture 9" descr="folium_map_3_proximit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463040"/>
            <a:ext cx="5303520" cy="420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990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8BBD4D-F87B-2648-91EB-CF6A4BF6870A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pPr>
              <a:defRPr sz="2800" b="1">
                <a:solidFill>
                  <a:srgbClr val="182B49"/>
                </a:solidFill>
              </a:defRPr>
            </a:pPr>
            <a:r>
              <a:t>Section 4: Interactive Dashboard (Plotly Dash)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B49"/>
                </a:solidFill>
              </a:defRPr>
            </a:pPr>
            <a:r>
              <a:t>Section 4: Interactive Dashboard (Plotly Dash)</a:t>
            </a:r>
          </a:p>
        </p:txBody>
      </p:sp>
    </p:spTree>
    <p:extLst>
      <p:ext uri="{BB962C8B-B14F-4D97-AF65-F5344CB8AC3E}">
        <p14:creationId xmlns:p14="http://schemas.microsoft.com/office/powerpoint/2010/main" val="7334617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39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1520" y="1371600"/>
            <a:ext cx="4389120" cy="4754880"/>
          </a:xfrm>
          <a:prstGeom prst="rect">
            <a:avLst/>
          </a:prstGeom>
        </p:spPr>
        <p:txBody>
          <a:bodyPr lIns="91440" tIns="45720" rIns="91440" bIns="45720" anchor="t"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250" b="1">
                <a:solidFill>
                  <a:srgbClr val="182B49"/>
                </a:solidFill>
                <a:latin typeface="Calibri"/>
              </a:defRPr>
            </a:pPr>
            <a:r>
              <a:t>Plotly Dash: Total Launch Success Count for All Sites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50" b="1">
                <a:solidFill>
                  <a:srgbClr val="1F6EA5"/>
                </a:solidFill>
                <a:latin typeface="Calibri"/>
              </a:defRPr>
            </a:pPr>
            <a:r>
              <a:t>Key Observations &amp; Dashboard Insights: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Success Proportion by Site: KSC LC-39A contributed the largest share of successful first-stage landings (41.7%), followed by CCAFS SLC-40 (29.2%), VAFB SLC-4E (20.8%), and CCAFS LC-40 (8.3%).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Infrastructure Utilization: KSC LC-39A's historic pad infrastructure accommodates heavy-lift configurations and high launch cadence for commercial and NASA missions.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Operational Concentration: Modern SpaceX missions are predominantly concentrated at KSC LC-39A and CCAFS SLC-40, maximizing recovery infrastructure utilization.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456A072-47A6-4424-9ABE-F398119040D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Plotly Dash: Total Launch Success Count for All Sites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pic>
        <p:nvPicPr>
          <p:cNvPr id="10" name="Picture 9" descr="dash_pie_all_si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463040"/>
            <a:ext cx="5303520" cy="420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1329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40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1520" y="1371600"/>
            <a:ext cx="4389120" cy="4754880"/>
          </a:xfrm>
          <a:prstGeom prst="rect">
            <a:avLst/>
          </a:prstGeom>
        </p:spPr>
        <p:txBody>
          <a:bodyPr lIns="91440" tIns="45720" rIns="91440" bIns="45720" anchor="t"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250" b="1">
                <a:solidFill>
                  <a:srgbClr val="182B49"/>
                </a:solidFill>
                <a:latin typeface="Calibri"/>
              </a:defRPr>
            </a:pPr>
            <a:r>
              <a:t>Plotly Dash: Success vs. Failure Ratio for Best Launch Site (KSC LC-39A)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50" b="1">
                <a:solidFill>
                  <a:srgbClr val="1F6EA5"/>
                </a:solidFill>
                <a:latin typeface="Calibri"/>
              </a:defRPr>
            </a:pPr>
            <a:r>
              <a:t>Key Observations &amp; Dashboard Insights: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Highest Success Rate: KSC LC-39A achieved a remarkable 76.9% landing success rate (10 successful recoveries vs. 3 failures).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Advanced Pad Systems: KSC LC-39A features modernized launch mount systems and dedicated telemetry tracking corridors adapted from the Apollo and Space Shuttle programs.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Risk Assessment: Customers launching payloads from KSC LC-39A experience the lowest booster recovery failure risk in the commercial space market.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EF94599-779E-457E-B57B-6063EBF7A840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Plotly Dash: Success vs. Failure Ratio for Best Launch Site (KSC LC-39A)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pic>
        <p:nvPicPr>
          <p:cNvPr id="10" name="Picture 9" descr="dash_pie_best_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463040"/>
            <a:ext cx="5303520" cy="420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1607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41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D9F803-CDBC-C74C-AF1B-2B5937D1C24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31520" y="1371600"/>
            <a:ext cx="4389120" cy="4754880"/>
          </a:xfrm>
          <a:prstGeom prst="rect">
            <a:avLst/>
          </a:prstGeom>
        </p:spPr>
        <p:txBody>
          <a:bodyPr lIns="91440" tIns="45720" rIns="91440" bIns="45720" anchor="t"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250" b="1">
                <a:solidFill>
                  <a:srgbClr val="182B49"/>
                </a:solidFill>
                <a:latin typeface="Calibri"/>
              </a:defRPr>
            </a:pPr>
            <a:r>
              <a:t>Plotly Dash: Payload vs. Launch Outcome Correlation by Booster Version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50" b="1">
                <a:solidFill>
                  <a:srgbClr val="1F6EA5"/>
                </a:solidFill>
                <a:latin typeface="Calibri"/>
              </a:defRPr>
            </a:pPr>
            <a:r>
              <a:t>Key Observations &amp; Dashboard Insights: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Sweet-Spot Payload Range: The highest concentration of successful landings occurs between 2,000 kg and 5,500 kg across all booster versions.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Booster Evolution: Early booster versions (v1.0, v1.1) suffered high failure rates across all payload masses; Block 5 (B5) and Full Thrust (FT) boosters demonstrate consistent landing success even for heavy payloads (&gt;9,000 kg).</a:t>
            </a:r>
          </a:p>
          <a:p>
            <a:pPr>
              <a:spcAft>
                <a:spcPts val="250"/>
              </a:spcAft>
              <a:defRPr sz="1050">
                <a:solidFill>
                  <a:srgbClr val="28323C"/>
                </a:solidFill>
                <a:latin typeface="Calibri"/>
              </a:defRPr>
            </a:pPr>
            <a:r>
              <a:t>• Starlink Heavy Payloads: Missions carrying 15,600 kg achieve high landing success rates when deployed to Low Earth Orbit via drone ship recoveries.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4D271BF5-BAA1-4CEB-A575-76A097FABBB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Plotly Dash: Payload vs. Launch Outcome Correlation by Booster 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pic>
        <p:nvPicPr>
          <p:cNvPr id="14" name="Picture 13" descr="dash_scatter_payload_out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463040"/>
            <a:ext cx="5303520" cy="420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596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37DFD2-2B76-8445-A1BD-6628DC42C398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pPr>
              <a:defRPr sz="2800" b="1">
                <a:solidFill>
                  <a:srgbClr val="182B49"/>
                </a:solidFill>
              </a:defRPr>
            </a:pPr>
            <a:r>
              <a:t>Section 5: Predictive Analysis (Classification)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B49"/>
                </a:solidFill>
              </a:defRPr>
            </a:pPr>
            <a:r>
              <a:t>Section 5: Predictive Analysis (Classification) Results</a:t>
            </a:r>
          </a:p>
        </p:txBody>
      </p:sp>
    </p:spTree>
    <p:extLst>
      <p:ext uri="{BB962C8B-B14F-4D97-AF65-F5344CB8AC3E}">
        <p14:creationId xmlns:p14="http://schemas.microsoft.com/office/powerpoint/2010/main" val="12903941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6C985E-BCEF-DD49-BB47-C4649A79F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43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31520" y="1371600"/>
            <a:ext cx="4389120" cy="4754880"/>
          </a:xfrm>
          <a:prstGeom prst="rect">
            <a:avLst/>
          </a:prstGeom>
        </p:spPr>
        <p:txBody>
          <a:bodyPr vert="horz" lIns="91440" tIns="45720" rIns="91440" bIns="45720" rtlCol="0" anchor="t"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200" b="1">
                <a:solidFill>
                  <a:srgbClr val="182B49"/>
                </a:solidFill>
                <a:latin typeface="Calibri"/>
              </a:defRPr>
            </a:pPr>
            <a:r>
              <a:t>Classification Accuracy</a:t>
            </a:r>
            <a:endParaRPr lang="en-US" sz="220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Model Accuracy Comparison &amp; Best Performer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Benchmark Test Accuracy: All 4 classification models (Logistic Regression, SVM, Decision Tree, and KNN) achieved an identical 83.33% Test Accuracy on the 18-sample unseen test set.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Train CV Accuracy Scores (10-Fold Cross-Validation):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Decision Tree: Best CV Score = 87.14% (criterion='gini', max_depth=4, min_samples_leaf=2).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Support Vector Machine: CV Score = 84.82% (kernel='sigmoid', C=1.0, gamma=0.0316).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K-Nearest Neighbors: CV Score = 84.82% (n_neighbors=10, p=1).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Logistic Regression: CV Score = 84.64% (C=0.01, penalty='l2').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Model Selection: Decision Tree and Logistic Regression offer the highest operational utility due to high CV stability, complete explainability, and zero test overfitting.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68D8986-45AC-4FB5-96E8-C45F9603EB5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Classification Accuracy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pic>
        <p:nvPicPr>
          <p:cNvPr id="11" name="Picture 10" descr="ml_model_accuracy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463040"/>
            <a:ext cx="5303520" cy="420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4460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6C985E-BCEF-DD49-BB47-C4649A79F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44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31520" y="1371600"/>
            <a:ext cx="4389120" cy="475488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200" b="1">
                <a:solidFill>
                  <a:srgbClr val="182B49"/>
                </a:solidFill>
                <a:latin typeface="Calibri"/>
              </a:defRPr>
            </a:pPr>
            <a:r>
              <a:t>Confusion Matrix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Confusion Matrix Analysis &amp; Operational Impact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Test Set Sample Distribution (18 Total Samples):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True Positives (TP = 12): Model correctly predicted 12 successful landing recoveries.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True Negatives (TN = 3): Model correctly predicted 3 landing failures.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False Positives (FP = 3): Model predicted success for 3 missions that failed.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False Negatives (FN = 0): Zero successful landings were misclassified as failures!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Critical Aerospace Value: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100% Recall (Sensitivity): A zero false-negative rate guarantees that recovery ships, tugs, and operations teams are never mistakenly stood down when a booster is recoverable.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  • High Precision (80.0%): Provides commercial customers with high confidence in recovery likelihood prior to mission execution.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33106AC-60D7-46AE-8E64-7B84ABDBD099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Confusion Matrix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pic>
        <p:nvPicPr>
          <p:cNvPr id="11" name="Picture 10" descr="ml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463040"/>
            <a:ext cx="5303520" cy="420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0342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56319-AADE-D741-AA33-1311B7CA8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45</a:t>
            </a:fld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28684E62-A9F8-4E7A-AB01-78893062A1B4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731520" y="1371600"/>
            <a:ext cx="10515600" cy="475488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200" b="1">
                <a:solidFill>
                  <a:srgbClr val="182B49"/>
                </a:solidFill>
                <a:latin typeface="Calibri"/>
              </a:defRPr>
            </a:pPr>
            <a:r>
              <a:t>Conclusions &amp; Innovative Recommendations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1. Core Analytical Findings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Technical Learning Curve: SpaceX successfully industrialized rocket reusability, escalating first-stage recovery from 0% in 2010-2012 to over 80% in 2018-2020 via iterative Block 5 engineering advancements.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Geographic &amp; Orbital Determinants: Coastal launch complexes maximize safety while exploiting equatorial rotational boost. VLEO, SSO, and polar orbits yield near-perfect landing success, whereas high-velocity GTO missions carry higher recovery risk (~50%).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Predictive Machine Learning Viability: Supervised classification models achieved 83.33% test accuracy with 100% recall for landing success, confirming high predictive feasibility using pre-launch flight parameters.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2. Key Innovative Insights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Economic Asymmetry: Competitor launch providers operate expendable rockets costing $165M+, whereas SpaceX prices Falcon 9 at $62M by reusing first-stage boosters (~70% of rocket value).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Operational Value of 100% Recall: Zero false negatives ensures that recovery fleets and support teams are never stood down when a stage is recoverable, saving tens of millions in hardware assets.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3. Actionable Next Steps &amp; Commercial Recommendations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Competitor Bidding Strategy: Competitor launch providers (e.g. ULA, Arianespace, Rocket Lab) can utilize this predictive framework to anticipate whether SpaceX will achieve booster recovery on a commercial RFP, enabling precise pricing against SpaceX's $62M rate.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Risk &amp; Insurance Underwriting: Space and marine insurance underwriters can dynamically adjust premiums based on flight profile (e.g., discounted premiums for KSC LC-39A and LEO/VLEO missions; adjusted premiums for heavy GTO flights).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Payload Mass Optimization: Commercial satellite operators should target payload masses between 2,000 kg and 5,500 kg to maximize recovery likelihood and negotiate discounts on flight-proven boosters.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98079A-48C6-4E10-8AB1-B940BD1E42D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Conclusions</a:t>
            </a:r>
            <a:endParaRPr lang="en-US">
              <a:solidFill>
                <a:srgbClr val="0B49CB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</p:spTree>
    <p:extLst>
      <p:ext uri="{BB962C8B-B14F-4D97-AF65-F5344CB8AC3E}">
        <p14:creationId xmlns:p14="http://schemas.microsoft.com/office/powerpoint/2010/main" val="16301236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25D5A-386D-C541-9D42-BBDEA8228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46</a:t>
            </a:fld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28684E62-A9F8-4E7A-AB01-78893062A1B4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731520" y="1371600"/>
            <a:ext cx="10515600" cy="475488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  <a:spcAft>
                <a:spcPts val="400"/>
              </a:spcAft>
              <a:defRPr sz="1200" b="1">
                <a:solidFill>
                  <a:srgbClr val="182B49"/>
                </a:solidFill>
                <a:latin typeface="Calibri"/>
              </a:defRPr>
            </a:pPr>
            <a:r>
              <a:t>Appendix: Verified GitHub Links &amp; Assets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Verified GitHub Repository &amp; Code Deliverables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Main Repository URL: https://github.com/Heet-116/SpaceX-Falcon9-Landing-Prediction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1. Data Collection API: notebooks/1_SpaceX_Data_Collection_API.ipynb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2. Data Collection Scraping: notebooks/2_SpaceX_Data_Collection_Web_Scraping.ipynb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3. Data Wrangling: notebooks/3_SpaceX_Data_Wrangling.ipynb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4. EDA Data Visualization: notebooks/4_SpaceX_EDA_Data_Visualization.ipynb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5. EDA with SQL: notebooks/5_SpaceX_EDA_SQL.ipynb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6. Folium Interactive Maps: notebooks/6_SpaceX_Interactive_Visual_Analytics_Folium.ipynb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7. Plotly Dash Dashboard Application: spacex_dash_app.py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8. Machine Learning Prediction: notebooks/7_SpaceX_Machine_Learning_Prediction.ipynb</a:t>
            </a:r>
          </a:p>
          <a:p>
            <a:pPr>
              <a:spcBef>
                <a:spcPts val="500"/>
              </a:spcBef>
              <a:spcAft>
                <a:spcPts val="200"/>
              </a:spcAft>
              <a:defRPr sz="1100" b="1">
                <a:solidFill>
                  <a:srgbClr val="1F6EA5"/>
                </a:solidFill>
                <a:latin typeface="Calibri"/>
              </a:defRPr>
            </a:pPr>
            <a:r>
              <a:t>Data Dictionary, Creativity &amp; Technology Stack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Creativity &amp; Polish Applied: High-resolution custom 300 DPI analytical figures, embedded architecture flowcharts, formatted SQL data tables, cohesive aerospace color palette, and plagiarism watermark.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Data Sources: SpaceX REST API v4, Wikipedia Falcon 9 historical archives, IBM Skills Network database.</a:t>
            </a:r>
          </a:p>
          <a:p>
            <a:pPr>
              <a:spcAft>
                <a:spcPts val="250"/>
              </a:spcAft>
              <a:defRPr sz="1000">
                <a:solidFill>
                  <a:srgbClr val="28323C"/>
                </a:solidFill>
                <a:latin typeface="Calibri"/>
              </a:defRPr>
            </a:pPr>
            <a:r>
              <a:t>• Technologies Utilized: Python 3.10, Pandas, NumPy, Scikit-Learn, Matplotlib, Seaborn, Folium, Plotly Dash, SQLite, python-pptx.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60F8A56C-5EE1-4DBF-842D-C2A130AA680E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pPr>
              <a:defRPr sz="2400" b="1">
                <a:solidFill>
                  <a:srgbClr val="182B49"/>
                </a:solidFill>
                <a:latin typeface="Calibri"/>
              </a:defRPr>
            </a:pPr>
            <a:r>
              <a:t>Appendix</a:t>
            </a:r>
            <a:endParaRPr lang="en-US" dirty="0">
              <a:solidFill>
                <a:srgbClr val="0B49CB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</p:spTree>
    <p:extLst>
      <p:ext uri="{BB962C8B-B14F-4D97-AF65-F5344CB8AC3E}">
        <p14:creationId xmlns:p14="http://schemas.microsoft.com/office/powerpoint/2010/main" val="34100085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6537960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78828C"/>
                </a:solidFill>
                <a:latin typeface="Calibri"/>
              </a:defRPr>
            </a:pPr>
            <a:r>
              <a:t>Heet Patel | IBM Applied Data Science Capstone | https://github.com/Heet-116/SpaceX-Falcon9-Landing-Prediction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182B49"/>
                </a:solidFill>
                <a:latin typeface="Calibri"/>
              </a:defRPr>
            </a:pPr>
            <a:r>
              <a:t>Innovative Insights &amp; Project Conclusion</a:t>
            </a:r>
          </a:p>
          <a:p>
            <a:pPr>
              <a:defRPr sz="1300" b="1">
                <a:solidFill>
                  <a:srgbClr val="1F6EA5"/>
                </a:solidFill>
                <a:latin typeface="Calibri"/>
              </a:defRPr>
            </a:pPr>
            <a:r>
              <a:t>Innovative Aerospace Business Insights:</a:t>
            </a:r>
          </a:p>
          <a:p>
            <a:pPr>
              <a:spcAft>
                <a:spcPts val="400"/>
              </a:spcAft>
              <a:defRPr sz="1100">
                <a:solidFill>
                  <a:srgbClr val="28323C"/>
                </a:solidFill>
                <a:latin typeface="Calibri"/>
              </a:defRPr>
            </a:pPr>
            <a:r>
              <a:t>• Dynamic RFP Bidding Model: Because SpaceX's Falcon 9 costs $62M (reusable) vs. $165M+ (expendable competitors), competitor launch providers can use our 83.33% accurate model to predict whether SpaceX's recovery bid on a specific satellite RFP has a high or low probability of failure. For heavy GTO launches, competitors can exploit SpaceX's ~50% recovery margin to win launch contracts.</a:t>
            </a:r>
          </a:p>
          <a:p>
            <a:pPr>
              <a:spcAft>
                <a:spcPts val="1200"/>
              </a:spcAft>
              <a:defRPr sz="1100">
                <a:solidFill>
                  <a:srgbClr val="28323C"/>
                </a:solidFill>
                <a:latin typeface="Calibri"/>
              </a:defRPr>
            </a:pPr>
            <a:r>
              <a:t>• Asymmetric Cost of False Negatives: In aerospace logistics, false negatives (classifying a recoverable booster as lost) carry massive capital cost ($30M+ wasted hardware). Our models achieved 100% Recall for landing success, providing a zero-false-negative operational framework for launch recovery management.</a:t>
            </a:r>
          </a:p>
          <a:p>
            <a:pPr algn="ctr">
              <a:spcAft>
                <a:spcPts val="400"/>
              </a:spcAft>
              <a:defRPr sz="1300" b="1">
                <a:solidFill>
                  <a:srgbClr val="182B49"/>
                </a:solidFill>
                <a:latin typeface="Calibri"/>
              </a:defRPr>
            </a:pPr>
            <a:r>
              <a:t>Author: Heet Patel | IBM Data Science Professional Certificate | Coursera</a:t>
            </a:r>
          </a:p>
          <a:p>
            <a:pPr algn="ctr">
              <a:defRPr sz="1300" b="1">
                <a:solidFill>
                  <a:srgbClr val="27AE60"/>
                </a:solidFill>
                <a:latin typeface="Calibri"/>
              </a:defRPr>
            </a:pPr>
            <a:r>
              <a:t>GitHub Repository: https://github.com/Heet-116/SpaceX-Falcon9-Landing-Prediction</a:t>
            </a:r>
          </a:p>
        </p:txBody>
      </p:sp>
    </p:spTree>
    <p:extLst>
      <p:ext uri="{BB962C8B-B14F-4D97-AF65-F5344CB8AC3E}">
        <p14:creationId xmlns:p14="http://schemas.microsoft.com/office/powerpoint/2010/main" val="661040741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2" ma:contentTypeDescription="Create a new document." ma:contentTypeScope="" ma:versionID="5271f8e20090c87afed7729ac71f61b2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cf12c133eb44377ebd94fdb7db4757b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D840426-F08D-42AC-9846-A20E4AB85A26}">
  <ds:schemaRefs>
    <ds:schemaRef ds:uri="155be751-a274-42e8-93fb-f39d3b9bccc8"/>
    <ds:schemaRef ds:uri="f80a141d-92ca-4d3d-9308-f7e7b1d44ce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54DA07C5-A406-4A0D-B3E6-3856C94AC7F3}">
  <ds:schemaRefs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f80a141d-92ca-4d3d-9308-f7e7b1d44ce8"/>
    <ds:schemaRef ds:uri="http://purl.org/dc/dcmitype/"/>
    <ds:schemaRef ds:uri="http://www.w3.org/XML/1998/namespace"/>
    <ds:schemaRef ds:uri="155be751-a274-42e8-93fb-f39d3b9bccc8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</TotalTime>
  <Words>1346</Words>
  <Application>Microsoft Macintosh PowerPoint</Application>
  <PresentationFormat>Widescreen</PresentationFormat>
  <Paragraphs>234</Paragraphs>
  <Slides>47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4" baseType="lpstr">
      <vt:lpstr>Abadi</vt:lpstr>
      <vt:lpstr>Arial</vt:lpstr>
      <vt:lpstr>Calibri</vt:lpstr>
      <vt:lpstr>Calibri Light</vt:lpstr>
      <vt:lpstr>IBM Plex Mono SemiBold</vt:lpstr>
      <vt:lpstr>IBM Plex Mono Text</vt:lpstr>
      <vt:lpstr>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&lt;Title&gt;</dc:title>
  <dc:creator>YAN Luo</dc:creator>
  <cp:lastModifiedBy>YAN Luo</cp:lastModifiedBy>
  <cp:revision>198</cp:revision>
  <dcterms:created xsi:type="dcterms:W3CDTF">2021-04-29T18:58:34Z</dcterms:created>
  <dcterms:modified xsi:type="dcterms:W3CDTF">2022-01-27T14:48:39Z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</Properties>
</file>